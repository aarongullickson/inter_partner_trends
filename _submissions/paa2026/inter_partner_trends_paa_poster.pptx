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1pPr>
    <a:lvl2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2pPr>
    <a:lvl3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3pPr>
    <a:lvl4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4pPr>
    <a:lvl5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5pPr>
    <a:lvl6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6pPr>
    <a:lvl7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7pPr>
    <a:lvl8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8pPr>
    <a:lvl9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4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93"/>
    <p:restoredTop sz="94663"/>
  </p:normalViewPr>
  <p:slideViewPr>
    <p:cSldViewPr snapToGrid="0">
      <p:cViewPr>
        <p:scale>
          <a:sx n="48" d="100"/>
          <a:sy n="48" d="100"/>
        </p:scale>
        <p:origin x="-200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3" name="Shape 253"/>
          <p:cNvSpPr>
            <a:spLocks noGrp="1" noRot="1" noChangeAspect="1"/>
          </p:cNvSpPr>
          <p:nvPr>
            <p:ph type="sldImg"/>
          </p:nvPr>
        </p:nvSpPr>
        <p:spPr>
          <a:xfrm>
            <a:off x="1143000" y="685800"/>
            <a:ext cx="4572000" cy="3429000"/>
          </a:xfrm>
          <a:prstGeom prst="rect">
            <a:avLst/>
          </a:prstGeom>
        </p:spPr>
        <p:txBody>
          <a:bodyPr/>
          <a:lstStyle/>
          <a:p>
            <a:endParaRPr/>
          </a:p>
        </p:txBody>
      </p:sp>
      <p:sp>
        <p:nvSpPr>
          <p:cNvPr id="254" name="Shape 25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291840" y="5387342"/>
            <a:ext cx="37307522" cy="11460482"/>
          </a:xfrm>
          <a:prstGeom prst="rect">
            <a:avLst/>
          </a:prstGeom>
        </p:spPr>
        <p:txBody>
          <a:bodyPr anchor="b"/>
          <a:lstStyle>
            <a:lvl1pPr>
              <a:lnSpc>
                <a:spcPct val="100000"/>
              </a:lnSpc>
              <a:defRPr sz="12400">
                <a:solidFill>
                  <a:srgbClr val="2C365E"/>
                </a:solidFill>
                <a:latin typeface="Source Sans Pro Black"/>
                <a:ea typeface="Source Sans Pro Black"/>
                <a:cs typeface="Source Sans Pro Black"/>
                <a:sym typeface="Source Sans Pro Black"/>
              </a:defRPr>
            </a:lvl1pPr>
          </a:lstStyle>
          <a:p>
            <a:r>
              <a:t>Title Text</a:t>
            </a:r>
          </a:p>
        </p:txBody>
      </p:sp>
      <p:sp>
        <p:nvSpPr>
          <p:cNvPr id="12" name="Body Level One…"/>
          <p:cNvSpPr txBox="1">
            <a:spLocks noGrp="1"/>
          </p:cNvSpPr>
          <p:nvPr>
            <p:ph type="body" sz="quarter" idx="1"/>
          </p:nvPr>
        </p:nvSpPr>
        <p:spPr>
          <a:xfrm>
            <a:off x="5486400" y="17289780"/>
            <a:ext cx="32918400" cy="7947661"/>
          </a:xfrm>
          <a:prstGeom prst="rect">
            <a:avLst/>
          </a:prstGeom>
        </p:spPr>
        <p:txBody>
          <a:bodyPr/>
          <a:lstStyle>
            <a:lvl1pPr marL="0" indent="0" algn="ctr">
              <a:buSzTx/>
              <a:buFontTx/>
              <a:buNone/>
              <a:defRPr sz="10200"/>
            </a:lvl1pPr>
            <a:lvl2pPr marL="0" indent="0" algn="ctr">
              <a:buSzTx/>
              <a:buFontTx/>
              <a:buNone/>
              <a:defRPr sz="10200"/>
            </a:lvl2pPr>
            <a:lvl3pPr marL="0" indent="0" algn="ctr">
              <a:buSzTx/>
              <a:buFontTx/>
              <a:buNone/>
              <a:defRPr sz="10200"/>
            </a:lvl3pPr>
            <a:lvl4pPr marL="0" indent="0" algn="ctr">
              <a:buSzTx/>
              <a:buFontTx/>
              <a:buNone/>
              <a:defRPr sz="10200"/>
            </a:lvl4pPr>
            <a:lvl5pPr marL="0" indent="0" algn="ctr">
              <a:buSzTx/>
              <a:buFontTx/>
              <a:buNone/>
              <a:defRPr sz="102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2994662" y="8206748"/>
            <a:ext cx="37856159" cy="13693141"/>
          </a:xfrm>
          <a:prstGeom prst="rect">
            <a:avLst/>
          </a:prstGeom>
        </p:spPr>
        <p:txBody>
          <a:bodyPr anchor="b"/>
          <a:lstStyle>
            <a:lvl1pPr>
              <a:defRPr sz="25600"/>
            </a:lvl1pPr>
          </a:lstStyle>
          <a:p>
            <a:r>
              <a:t>Title Text</a:t>
            </a:r>
          </a:p>
        </p:txBody>
      </p:sp>
      <p:sp>
        <p:nvSpPr>
          <p:cNvPr id="30" name="Body Level One…"/>
          <p:cNvSpPr txBox="1">
            <a:spLocks noGrp="1"/>
          </p:cNvSpPr>
          <p:nvPr>
            <p:ph type="body" sz="quarter" idx="1"/>
          </p:nvPr>
        </p:nvSpPr>
        <p:spPr>
          <a:xfrm>
            <a:off x="2994662" y="22029428"/>
            <a:ext cx="37856159" cy="7200901"/>
          </a:xfrm>
          <a:prstGeom prst="rect">
            <a:avLst/>
          </a:prstGeom>
        </p:spPr>
        <p:txBody>
          <a:bodyPr/>
          <a:lstStyle>
            <a:lvl1pPr marL="0" indent="0">
              <a:buSzTx/>
              <a:buFontTx/>
              <a:buNone/>
              <a:defRPr sz="10200"/>
            </a:lvl1pPr>
            <a:lvl2pPr marL="0" indent="0">
              <a:buSzTx/>
              <a:buFontTx/>
              <a:buNone/>
              <a:defRPr sz="10200"/>
            </a:lvl2pPr>
            <a:lvl3pPr marL="0" indent="0">
              <a:buSzTx/>
              <a:buFontTx/>
              <a:buNone/>
              <a:defRPr sz="10200"/>
            </a:lvl3pPr>
            <a:lvl4pPr marL="0" indent="0">
              <a:buSzTx/>
              <a:buFontTx/>
              <a:buNone/>
              <a:defRPr sz="10200"/>
            </a:lvl4pPr>
            <a:lvl5pPr marL="0" indent="0">
              <a:buSzTx/>
              <a:buFontTx/>
              <a:buNone/>
              <a:defRPr sz="1020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3017518" y="8763000"/>
            <a:ext cx="18653764" cy="20886422"/>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3023236" y="1752606"/>
            <a:ext cx="37856161" cy="6362705"/>
          </a:xfrm>
          <a:prstGeom prst="rect">
            <a:avLst/>
          </a:prstGeom>
        </p:spPr>
        <p:txBody>
          <a:bodyPr/>
          <a:lstStyle/>
          <a:p>
            <a:r>
              <a:t>Title Text</a:t>
            </a:r>
          </a:p>
        </p:txBody>
      </p:sp>
      <p:sp>
        <p:nvSpPr>
          <p:cNvPr id="48" name="Body Level One…"/>
          <p:cNvSpPr txBox="1">
            <a:spLocks noGrp="1"/>
          </p:cNvSpPr>
          <p:nvPr>
            <p:ph type="body" sz="quarter" idx="1"/>
          </p:nvPr>
        </p:nvSpPr>
        <p:spPr>
          <a:xfrm>
            <a:off x="3023242" y="8069581"/>
            <a:ext cx="18568033" cy="3954781"/>
          </a:xfrm>
          <a:prstGeom prst="rect">
            <a:avLst/>
          </a:prstGeom>
        </p:spPr>
        <p:txBody>
          <a:bodyPr anchor="b"/>
          <a:lstStyle>
            <a:lvl1pPr marL="0" indent="0">
              <a:buSzTx/>
              <a:buFontTx/>
              <a:buNone/>
              <a:defRPr sz="10200" b="1"/>
            </a:lvl1pPr>
            <a:lvl2pPr marL="0" indent="0">
              <a:buSzTx/>
              <a:buFontTx/>
              <a:buNone/>
              <a:defRPr sz="10200" b="1"/>
            </a:lvl2pPr>
            <a:lvl3pPr marL="0" indent="0">
              <a:buSzTx/>
              <a:buFontTx/>
              <a:buNone/>
              <a:defRPr sz="10200" b="1"/>
            </a:lvl3pPr>
            <a:lvl4pPr marL="0" indent="0">
              <a:buSzTx/>
              <a:buFontTx/>
              <a:buNone/>
              <a:defRPr sz="10200" b="1"/>
            </a:lvl4pPr>
            <a:lvl5pPr marL="0" indent="0">
              <a:buSzTx/>
              <a:buFontTx/>
              <a:buNone/>
              <a:defRPr sz="102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13"/>
          </p:nvPr>
        </p:nvSpPr>
        <p:spPr>
          <a:xfrm>
            <a:off x="22219922" y="8069581"/>
            <a:ext cx="18659478" cy="3954780"/>
          </a:xfrm>
          <a:prstGeom prst="rect">
            <a:avLst/>
          </a:prstGeom>
        </p:spPr>
        <p:txBody>
          <a:bodyPr anchor="b"/>
          <a:lstStyle/>
          <a:p>
            <a:pPr marL="0" indent="0">
              <a:buSzTx/>
              <a:buFontTx/>
              <a:buNone/>
              <a:defRPr sz="115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3023236" y="2194560"/>
            <a:ext cx="14156057" cy="7680960"/>
          </a:xfrm>
          <a:prstGeom prst="rect">
            <a:avLst/>
          </a:prstGeom>
        </p:spPr>
        <p:txBody>
          <a:bodyPr anchor="b"/>
          <a:lstStyle>
            <a:lvl1pPr>
              <a:defRPr sz="13600"/>
            </a:lvl1pPr>
          </a:lstStyle>
          <a:p>
            <a:r>
              <a:t>Title Text</a:t>
            </a:r>
          </a:p>
        </p:txBody>
      </p:sp>
      <p:sp>
        <p:nvSpPr>
          <p:cNvPr id="73" name="Body Level One…"/>
          <p:cNvSpPr txBox="1">
            <a:spLocks noGrp="1"/>
          </p:cNvSpPr>
          <p:nvPr>
            <p:ph type="body" sz="half" idx="1"/>
          </p:nvPr>
        </p:nvSpPr>
        <p:spPr>
          <a:xfrm>
            <a:off x="18659475" y="4739647"/>
            <a:ext cx="22219922" cy="23393403"/>
          </a:xfrm>
          <a:prstGeom prst="rect">
            <a:avLst/>
          </a:prstGeom>
        </p:spPr>
        <p:txBody>
          <a:bodyPr/>
          <a:lstStyle>
            <a:lvl1pPr>
              <a:defRPr sz="13600"/>
            </a:lvl1pPr>
            <a:lvl2pPr marL="3064415" indent="-1113670">
              <a:defRPr sz="13600"/>
            </a:lvl2pPr>
            <a:lvl3pPr marL="5199157" indent="-1297668">
              <a:defRPr sz="13600"/>
            </a:lvl3pPr>
            <a:lvl4pPr marL="7406731" indent="-1554498">
              <a:defRPr sz="13600"/>
            </a:lvl4pPr>
            <a:lvl5pPr marL="9357476" indent="-1554498">
              <a:defRPr sz="136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13"/>
          </p:nvPr>
        </p:nvSpPr>
        <p:spPr>
          <a:xfrm>
            <a:off x="3023236" y="9875519"/>
            <a:ext cx="14156057" cy="18295622"/>
          </a:xfrm>
          <a:prstGeom prst="rect">
            <a:avLst/>
          </a:prstGeom>
        </p:spPr>
        <p:txBody>
          <a:bodyPr/>
          <a:lstStyle/>
          <a:p>
            <a:pPr marL="0" indent="0">
              <a:buSzTx/>
              <a:buFontTx/>
              <a:buNone/>
              <a:defRPr sz="7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3023236" y="2194560"/>
            <a:ext cx="14156057" cy="7680960"/>
          </a:xfrm>
          <a:prstGeom prst="rect">
            <a:avLst/>
          </a:prstGeom>
        </p:spPr>
        <p:txBody>
          <a:bodyPr anchor="b"/>
          <a:lstStyle>
            <a:lvl1pPr>
              <a:defRPr sz="13600"/>
            </a:lvl1pPr>
          </a:lstStyle>
          <a:p>
            <a:r>
              <a:t>Title Text</a:t>
            </a:r>
          </a:p>
        </p:txBody>
      </p:sp>
      <p:sp>
        <p:nvSpPr>
          <p:cNvPr id="83" name="Picture Placeholder 2"/>
          <p:cNvSpPr>
            <a:spLocks noGrp="1"/>
          </p:cNvSpPr>
          <p:nvPr>
            <p:ph type="pic" sz="half" idx="13"/>
          </p:nvPr>
        </p:nvSpPr>
        <p:spPr>
          <a:xfrm>
            <a:off x="18659475" y="4739647"/>
            <a:ext cx="22219922" cy="23393403"/>
          </a:xfrm>
          <a:prstGeom prst="rect">
            <a:avLst/>
          </a:prstGeom>
        </p:spPr>
        <p:txBody>
          <a:bodyPr lIns="91439" tIns="45719" rIns="91439" bIns="45719">
            <a:noAutofit/>
          </a:bodyPr>
          <a:lstStyle/>
          <a:p>
            <a:endParaRPr/>
          </a:p>
        </p:txBody>
      </p:sp>
      <p:sp>
        <p:nvSpPr>
          <p:cNvPr id="84" name="Body Level One…"/>
          <p:cNvSpPr txBox="1">
            <a:spLocks noGrp="1"/>
          </p:cNvSpPr>
          <p:nvPr>
            <p:ph type="body" sz="quarter" idx="1"/>
          </p:nvPr>
        </p:nvSpPr>
        <p:spPr>
          <a:xfrm>
            <a:off x="3023236" y="9875518"/>
            <a:ext cx="14156057" cy="18295623"/>
          </a:xfrm>
          <a:prstGeom prst="rect">
            <a:avLst/>
          </a:prstGeom>
        </p:spPr>
        <p:txBody>
          <a:bodyPr/>
          <a:lstStyle>
            <a:lvl1pPr marL="0" indent="0">
              <a:buSzTx/>
              <a:buFontTx/>
              <a:buNone/>
              <a:defRPr sz="6700"/>
            </a:lvl1pPr>
            <a:lvl2pPr marL="0" indent="0">
              <a:buSzTx/>
              <a:buFontTx/>
              <a:buNone/>
              <a:defRPr sz="6700"/>
            </a:lvl2pPr>
            <a:lvl3pPr marL="0" indent="0">
              <a:buSzTx/>
              <a:buFontTx/>
              <a:buNone/>
              <a:defRPr sz="6700"/>
            </a:lvl3pPr>
            <a:lvl4pPr marL="0" indent="0">
              <a:buSzTx/>
              <a:buFontTx/>
              <a:buNone/>
              <a:defRPr sz="6700"/>
            </a:lvl4pPr>
            <a:lvl5pPr marL="0" indent="0">
              <a:buSzTx/>
              <a:buFontTx/>
              <a:buNone/>
              <a:defRPr sz="67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92" name="Title Text"/>
          <p:cNvSpPr txBox="1">
            <a:spLocks noGrp="1"/>
          </p:cNvSpPr>
          <p:nvPr>
            <p:ph type="title"/>
          </p:nvPr>
        </p:nvSpPr>
        <p:spPr>
          <a:xfrm>
            <a:off x="3291840" y="5387342"/>
            <a:ext cx="37307522" cy="11460482"/>
          </a:xfrm>
          <a:prstGeom prst="rect">
            <a:avLst/>
          </a:prstGeom>
        </p:spPr>
        <p:txBody>
          <a:bodyPr anchor="b"/>
          <a:lstStyle>
            <a:lvl1pPr>
              <a:lnSpc>
                <a:spcPct val="100000"/>
              </a:lnSpc>
              <a:defRPr sz="12400">
                <a:solidFill>
                  <a:srgbClr val="2C365E"/>
                </a:solidFill>
                <a:latin typeface="Source Sans Pro Black"/>
                <a:ea typeface="Source Sans Pro Black"/>
                <a:cs typeface="Source Sans Pro Black"/>
                <a:sym typeface="Source Sans Pro Black"/>
              </a:defRPr>
            </a:lvl1pPr>
          </a:lstStyle>
          <a:p>
            <a:r>
              <a:t>Title Text</a:t>
            </a:r>
          </a:p>
        </p:txBody>
      </p:sp>
      <p:sp>
        <p:nvSpPr>
          <p:cNvPr id="93" name="Body Level One…"/>
          <p:cNvSpPr txBox="1">
            <a:spLocks noGrp="1"/>
          </p:cNvSpPr>
          <p:nvPr>
            <p:ph type="body" sz="quarter" idx="1"/>
          </p:nvPr>
        </p:nvSpPr>
        <p:spPr>
          <a:xfrm>
            <a:off x="5486400" y="17289780"/>
            <a:ext cx="32918400" cy="7947661"/>
          </a:xfrm>
          <a:prstGeom prst="rect">
            <a:avLst/>
          </a:prstGeom>
        </p:spPr>
        <p:txBody>
          <a:bodyPr/>
          <a:lstStyle>
            <a:lvl1pPr marL="0" indent="0" algn="ctr">
              <a:buSzTx/>
              <a:buFontTx/>
              <a:buNone/>
              <a:defRPr sz="10200"/>
            </a:lvl1pPr>
            <a:lvl2pPr marL="0" indent="0" algn="ctr">
              <a:buSzTx/>
              <a:buFontTx/>
              <a:buNone/>
              <a:defRPr sz="10200"/>
            </a:lvl2pPr>
            <a:lvl3pPr marL="0" indent="0" algn="ctr">
              <a:buSzTx/>
              <a:buFontTx/>
              <a:buNone/>
              <a:defRPr sz="10200"/>
            </a:lvl3pPr>
            <a:lvl4pPr marL="0" indent="0" algn="ctr">
              <a:buSzTx/>
              <a:buFontTx/>
              <a:buNone/>
              <a:defRPr sz="10200"/>
            </a:lvl4pPr>
            <a:lvl5pPr marL="0" indent="0" algn="ctr">
              <a:buSzTx/>
              <a:buFontTx/>
              <a:buNone/>
              <a:defRPr sz="10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01" name="Title Text"/>
          <p:cNvSpPr txBox="1">
            <a:spLocks noGrp="1"/>
          </p:cNvSpPr>
          <p:nvPr>
            <p:ph type="title"/>
          </p:nvPr>
        </p:nvSpPr>
        <p:spPr>
          <a:prstGeom prst="rect">
            <a:avLst/>
          </a:prstGeom>
        </p:spPr>
        <p:txBody>
          <a:bodyPr/>
          <a:lstStyle/>
          <a:p>
            <a:r>
              <a:t>Title Text</a:t>
            </a:r>
          </a:p>
        </p:txBody>
      </p:sp>
      <p:sp>
        <p:nvSpPr>
          <p:cNvPr id="10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2994662" y="8206748"/>
            <a:ext cx="37856159" cy="13693141"/>
          </a:xfrm>
          <a:prstGeom prst="rect">
            <a:avLst/>
          </a:prstGeom>
        </p:spPr>
        <p:txBody>
          <a:bodyPr anchor="b"/>
          <a:lstStyle>
            <a:lvl1pPr>
              <a:defRPr sz="25600"/>
            </a:lvl1pPr>
          </a:lstStyle>
          <a:p>
            <a:r>
              <a:t>Title Text</a:t>
            </a:r>
          </a:p>
        </p:txBody>
      </p:sp>
      <p:sp>
        <p:nvSpPr>
          <p:cNvPr id="111" name="Body Level One…"/>
          <p:cNvSpPr txBox="1">
            <a:spLocks noGrp="1"/>
          </p:cNvSpPr>
          <p:nvPr>
            <p:ph type="body" sz="quarter" idx="1"/>
          </p:nvPr>
        </p:nvSpPr>
        <p:spPr>
          <a:xfrm>
            <a:off x="2994662" y="22029428"/>
            <a:ext cx="37856159" cy="7200901"/>
          </a:xfrm>
          <a:prstGeom prst="rect">
            <a:avLst/>
          </a:prstGeom>
        </p:spPr>
        <p:txBody>
          <a:bodyPr/>
          <a:lstStyle>
            <a:lvl1pPr marL="0" indent="0">
              <a:buSzTx/>
              <a:buFontTx/>
              <a:buNone/>
              <a:defRPr sz="10200"/>
            </a:lvl1pPr>
            <a:lvl2pPr marL="0" indent="0">
              <a:buSzTx/>
              <a:buFontTx/>
              <a:buNone/>
              <a:defRPr sz="10200"/>
            </a:lvl2pPr>
            <a:lvl3pPr marL="0" indent="0">
              <a:buSzTx/>
              <a:buFontTx/>
              <a:buNone/>
              <a:defRPr sz="10200"/>
            </a:lvl3pPr>
            <a:lvl4pPr marL="0" indent="0">
              <a:buSzTx/>
              <a:buFontTx/>
              <a:buNone/>
              <a:defRPr sz="10200"/>
            </a:lvl4pPr>
            <a:lvl5pPr marL="0" indent="0">
              <a:buSzTx/>
              <a:buFontTx/>
              <a:buNone/>
              <a:defRPr sz="10200"/>
            </a:lvl5p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119" name="Title Text"/>
          <p:cNvSpPr txBox="1">
            <a:spLocks noGrp="1"/>
          </p:cNvSpPr>
          <p:nvPr>
            <p:ph type="title"/>
          </p:nvPr>
        </p:nvSpPr>
        <p:spPr>
          <a:prstGeom prst="rect">
            <a:avLst/>
          </a:prstGeom>
        </p:spPr>
        <p:txBody>
          <a:bodyPr/>
          <a:lstStyle/>
          <a:p>
            <a:r>
              <a:t>Title Text</a:t>
            </a:r>
          </a:p>
        </p:txBody>
      </p:sp>
      <p:sp>
        <p:nvSpPr>
          <p:cNvPr id="120" name="Body Level One…"/>
          <p:cNvSpPr txBox="1">
            <a:spLocks noGrp="1"/>
          </p:cNvSpPr>
          <p:nvPr>
            <p:ph type="body" sz="half" idx="1"/>
          </p:nvPr>
        </p:nvSpPr>
        <p:spPr>
          <a:xfrm>
            <a:off x="3017518" y="8763000"/>
            <a:ext cx="18653764" cy="20886422"/>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128" name="Title Text"/>
          <p:cNvSpPr txBox="1">
            <a:spLocks noGrp="1"/>
          </p:cNvSpPr>
          <p:nvPr>
            <p:ph type="title"/>
          </p:nvPr>
        </p:nvSpPr>
        <p:spPr>
          <a:xfrm>
            <a:off x="3023237" y="1752606"/>
            <a:ext cx="37856159" cy="6362705"/>
          </a:xfrm>
          <a:prstGeom prst="rect">
            <a:avLst/>
          </a:prstGeom>
        </p:spPr>
        <p:txBody>
          <a:bodyPr/>
          <a:lstStyle/>
          <a:p>
            <a:r>
              <a:t>Title Text</a:t>
            </a:r>
          </a:p>
        </p:txBody>
      </p:sp>
      <p:sp>
        <p:nvSpPr>
          <p:cNvPr id="129" name="Body Level One…"/>
          <p:cNvSpPr txBox="1">
            <a:spLocks noGrp="1"/>
          </p:cNvSpPr>
          <p:nvPr>
            <p:ph type="body" sz="quarter" idx="1"/>
          </p:nvPr>
        </p:nvSpPr>
        <p:spPr>
          <a:xfrm>
            <a:off x="3023242" y="8069581"/>
            <a:ext cx="18568033" cy="3954781"/>
          </a:xfrm>
          <a:prstGeom prst="rect">
            <a:avLst/>
          </a:prstGeom>
        </p:spPr>
        <p:txBody>
          <a:bodyPr anchor="b"/>
          <a:lstStyle>
            <a:lvl1pPr marL="0" indent="0">
              <a:buSzTx/>
              <a:buFontTx/>
              <a:buNone/>
              <a:defRPr sz="10200" b="1"/>
            </a:lvl1pPr>
            <a:lvl2pPr marL="0" indent="0">
              <a:buSzTx/>
              <a:buFontTx/>
              <a:buNone/>
              <a:defRPr sz="10200" b="1"/>
            </a:lvl2pPr>
            <a:lvl3pPr marL="0" indent="0">
              <a:buSzTx/>
              <a:buFontTx/>
              <a:buNone/>
              <a:defRPr sz="10200" b="1"/>
            </a:lvl3pPr>
            <a:lvl4pPr marL="0" indent="0">
              <a:buSzTx/>
              <a:buFontTx/>
              <a:buNone/>
              <a:defRPr sz="10200" b="1"/>
            </a:lvl4pPr>
            <a:lvl5pPr marL="0" indent="0">
              <a:buSzTx/>
              <a:buFontTx/>
              <a:buNone/>
              <a:defRPr sz="10200" b="1"/>
            </a:lvl5pPr>
          </a:lstStyle>
          <a:p>
            <a:r>
              <a:t>Body Level One</a:t>
            </a:r>
          </a:p>
          <a:p>
            <a:pPr lvl="1"/>
            <a:r>
              <a:t>Body Level Two</a:t>
            </a:r>
          </a:p>
          <a:p>
            <a:pPr lvl="2"/>
            <a:r>
              <a:t>Body Level Three</a:t>
            </a:r>
          </a:p>
          <a:p>
            <a:pPr lvl="3"/>
            <a:r>
              <a:t>Body Level Four</a:t>
            </a:r>
          </a:p>
          <a:p>
            <a:pPr lvl="4"/>
            <a:r>
              <a:t>Body Level Five</a:t>
            </a:r>
          </a:p>
        </p:txBody>
      </p:sp>
      <p:sp>
        <p:nvSpPr>
          <p:cNvPr id="130" name="Text Placeholder 4"/>
          <p:cNvSpPr>
            <a:spLocks noGrp="1"/>
          </p:cNvSpPr>
          <p:nvPr>
            <p:ph type="body" sz="quarter" idx="13"/>
          </p:nvPr>
        </p:nvSpPr>
        <p:spPr>
          <a:xfrm>
            <a:off x="22219922" y="8069581"/>
            <a:ext cx="18659481" cy="3954780"/>
          </a:xfrm>
          <a:prstGeom prst="rect">
            <a:avLst/>
          </a:prstGeom>
        </p:spPr>
        <p:txBody>
          <a:bodyPr anchor="b"/>
          <a:lstStyle/>
          <a:p>
            <a:pPr marL="0" indent="0">
              <a:buSzTx/>
              <a:buFontTx/>
              <a:buNone/>
              <a:defRPr sz="11500" b="1"/>
            </a:pPr>
            <a:endParaRPr/>
          </a:p>
        </p:txBody>
      </p:sp>
      <p:sp>
        <p:nvSpPr>
          <p:cNvPr id="1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38" name="Title Text"/>
          <p:cNvSpPr txBox="1">
            <a:spLocks noGrp="1"/>
          </p:cNvSpPr>
          <p:nvPr>
            <p:ph type="title"/>
          </p:nvPr>
        </p:nvSpPr>
        <p:spPr>
          <a:prstGeom prst="rect">
            <a:avLst/>
          </a:prstGeom>
        </p:spPr>
        <p:txBody>
          <a:bodyPr/>
          <a:lstStyle/>
          <a:p>
            <a:r>
              <a:t>Title Text</a:t>
            </a:r>
          </a:p>
        </p:txBody>
      </p:sp>
      <p:sp>
        <p:nvSpPr>
          <p:cNvPr id="1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153" name="Title Text"/>
          <p:cNvSpPr txBox="1">
            <a:spLocks noGrp="1"/>
          </p:cNvSpPr>
          <p:nvPr>
            <p:ph type="title"/>
          </p:nvPr>
        </p:nvSpPr>
        <p:spPr>
          <a:xfrm>
            <a:off x="3023236" y="2194560"/>
            <a:ext cx="14156057" cy="7680960"/>
          </a:xfrm>
          <a:prstGeom prst="rect">
            <a:avLst/>
          </a:prstGeom>
        </p:spPr>
        <p:txBody>
          <a:bodyPr anchor="b"/>
          <a:lstStyle>
            <a:lvl1pPr>
              <a:defRPr sz="13600"/>
            </a:lvl1pPr>
          </a:lstStyle>
          <a:p>
            <a:r>
              <a:t>Title Text</a:t>
            </a:r>
          </a:p>
        </p:txBody>
      </p:sp>
      <p:sp>
        <p:nvSpPr>
          <p:cNvPr id="154" name="Body Level One…"/>
          <p:cNvSpPr txBox="1">
            <a:spLocks noGrp="1"/>
          </p:cNvSpPr>
          <p:nvPr>
            <p:ph type="body" sz="half" idx="1"/>
          </p:nvPr>
        </p:nvSpPr>
        <p:spPr>
          <a:xfrm>
            <a:off x="18659476" y="4739647"/>
            <a:ext cx="22219922" cy="23393403"/>
          </a:xfrm>
          <a:prstGeom prst="rect">
            <a:avLst/>
          </a:prstGeom>
        </p:spPr>
        <p:txBody>
          <a:bodyPr/>
          <a:lstStyle>
            <a:lvl1pPr>
              <a:defRPr sz="13600"/>
            </a:lvl1pPr>
            <a:lvl2pPr marL="3064415" indent="-1113670">
              <a:defRPr sz="13600"/>
            </a:lvl2pPr>
            <a:lvl3pPr marL="5199157" indent="-1297668">
              <a:defRPr sz="13600"/>
            </a:lvl3pPr>
            <a:lvl4pPr marL="7406731" indent="-1554498">
              <a:defRPr sz="13600"/>
            </a:lvl4pPr>
            <a:lvl5pPr marL="9357476" indent="-1554498">
              <a:defRPr sz="13600"/>
            </a:lvl5pPr>
          </a:lstStyle>
          <a:p>
            <a:r>
              <a:t>Body Level One</a:t>
            </a:r>
          </a:p>
          <a:p>
            <a:pPr lvl="1"/>
            <a:r>
              <a:t>Body Level Two</a:t>
            </a:r>
          </a:p>
          <a:p>
            <a:pPr lvl="2"/>
            <a:r>
              <a:t>Body Level Three</a:t>
            </a:r>
          </a:p>
          <a:p>
            <a:pPr lvl="3"/>
            <a:r>
              <a:t>Body Level Four</a:t>
            </a:r>
          </a:p>
          <a:p>
            <a:pPr lvl="4"/>
            <a:r>
              <a:t>Body Level Five</a:t>
            </a:r>
          </a:p>
        </p:txBody>
      </p:sp>
      <p:sp>
        <p:nvSpPr>
          <p:cNvPr id="155" name="Text Placeholder 3"/>
          <p:cNvSpPr>
            <a:spLocks noGrp="1"/>
          </p:cNvSpPr>
          <p:nvPr>
            <p:ph type="body" sz="quarter" idx="13"/>
          </p:nvPr>
        </p:nvSpPr>
        <p:spPr>
          <a:xfrm>
            <a:off x="3023236" y="9875519"/>
            <a:ext cx="14156057" cy="18295622"/>
          </a:xfrm>
          <a:prstGeom prst="rect">
            <a:avLst/>
          </a:prstGeom>
        </p:spPr>
        <p:txBody>
          <a:bodyPr/>
          <a:lstStyle/>
          <a:p>
            <a:pPr marL="0" indent="0">
              <a:buSzTx/>
              <a:buFontTx/>
              <a:buNone/>
              <a:defRPr sz="7600"/>
            </a:pPr>
            <a:endParaRPr/>
          </a:p>
        </p:txBody>
      </p:sp>
      <p:sp>
        <p:nvSpPr>
          <p:cNvPr id="1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163" name="Title Text"/>
          <p:cNvSpPr txBox="1">
            <a:spLocks noGrp="1"/>
          </p:cNvSpPr>
          <p:nvPr>
            <p:ph type="title"/>
          </p:nvPr>
        </p:nvSpPr>
        <p:spPr>
          <a:xfrm>
            <a:off x="3023236" y="2194560"/>
            <a:ext cx="14156057" cy="7680960"/>
          </a:xfrm>
          <a:prstGeom prst="rect">
            <a:avLst/>
          </a:prstGeom>
        </p:spPr>
        <p:txBody>
          <a:bodyPr anchor="b"/>
          <a:lstStyle>
            <a:lvl1pPr>
              <a:defRPr sz="13600"/>
            </a:lvl1pPr>
          </a:lstStyle>
          <a:p>
            <a:r>
              <a:t>Title Text</a:t>
            </a:r>
          </a:p>
        </p:txBody>
      </p:sp>
      <p:sp>
        <p:nvSpPr>
          <p:cNvPr id="164" name="Picture Placeholder 2"/>
          <p:cNvSpPr>
            <a:spLocks noGrp="1"/>
          </p:cNvSpPr>
          <p:nvPr>
            <p:ph type="pic" sz="half" idx="13"/>
          </p:nvPr>
        </p:nvSpPr>
        <p:spPr>
          <a:xfrm>
            <a:off x="18659476" y="4739647"/>
            <a:ext cx="22219922" cy="23393403"/>
          </a:xfrm>
          <a:prstGeom prst="rect">
            <a:avLst/>
          </a:prstGeom>
        </p:spPr>
        <p:txBody>
          <a:bodyPr lIns="91439" tIns="45719" rIns="91439" bIns="45719">
            <a:noAutofit/>
          </a:bodyPr>
          <a:lstStyle/>
          <a:p>
            <a:endParaRPr/>
          </a:p>
        </p:txBody>
      </p:sp>
      <p:sp>
        <p:nvSpPr>
          <p:cNvPr id="165" name="Body Level One…"/>
          <p:cNvSpPr txBox="1">
            <a:spLocks noGrp="1"/>
          </p:cNvSpPr>
          <p:nvPr>
            <p:ph type="body" sz="quarter" idx="1"/>
          </p:nvPr>
        </p:nvSpPr>
        <p:spPr>
          <a:xfrm>
            <a:off x="3023236" y="9875518"/>
            <a:ext cx="14156057" cy="18295623"/>
          </a:xfrm>
          <a:prstGeom prst="rect">
            <a:avLst/>
          </a:prstGeom>
        </p:spPr>
        <p:txBody>
          <a:bodyPr/>
          <a:lstStyle>
            <a:lvl1pPr marL="0" indent="0">
              <a:buSzTx/>
              <a:buFontTx/>
              <a:buNone/>
              <a:defRPr sz="6700"/>
            </a:lvl1pPr>
            <a:lvl2pPr marL="0" indent="0">
              <a:buSzTx/>
              <a:buFontTx/>
              <a:buNone/>
              <a:defRPr sz="6700"/>
            </a:lvl2pPr>
            <a:lvl3pPr marL="0" indent="0">
              <a:buSzTx/>
              <a:buFontTx/>
              <a:buNone/>
              <a:defRPr sz="6700"/>
            </a:lvl3pPr>
            <a:lvl4pPr marL="0" indent="0">
              <a:buSzTx/>
              <a:buFontTx/>
              <a:buNone/>
              <a:defRPr sz="6700"/>
            </a:lvl4pPr>
            <a:lvl5pPr marL="0" indent="0">
              <a:buSzTx/>
              <a:buFontTx/>
              <a:buNone/>
              <a:defRPr sz="6700"/>
            </a:lvl5pPr>
          </a:lstStyle>
          <a:p>
            <a:r>
              <a:t>Body Level One</a:t>
            </a:r>
          </a:p>
          <a:p>
            <a:pPr lvl="1"/>
            <a:r>
              <a:t>Body Level Two</a:t>
            </a:r>
          </a:p>
          <a:p>
            <a:pPr lvl="2"/>
            <a:r>
              <a:t>Body Level Three</a:t>
            </a:r>
          </a:p>
          <a:p>
            <a:pPr lvl="3"/>
            <a:r>
              <a:t>Body Level Four</a:t>
            </a:r>
          </a:p>
          <a:p>
            <a:pPr lvl="4"/>
            <a:r>
              <a:t>Body Level Five</a:t>
            </a:r>
          </a:p>
        </p:txBody>
      </p:sp>
      <p:sp>
        <p:nvSpPr>
          <p:cNvPr id="1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Slide">
    <p:bg>
      <p:bgPr>
        <a:solidFill>
          <a:srgbClr val="003062"/>
        </a:solidFill>
        <a:effectLst/>
      </p:bgPr>
    </p:bg>
    <p:spTree>
      <p:nvGrpSpPr>
        <p:cNvPr id="1" name=""/>
        <p:cNvGrpSpPr/>
        <p:nvPr/>
      </p:nvGrpSpPr>
      <p:grpSpPr>
        <a:xfrm>
          <a:off x="0" y="0"/>
          <a:ext cx="0" cy="0"/>
          <a:chOff x="0" y="0"/>
          <a:chExt cx="0" cy="0"/>
        </a:xfrm>
      </p:grpSpPr>
      <p:sp>
        <p:nvSpPr>
          <p:cNvPr id="173" name="Title Text"/>
          <p:cNvSpPr txBox="1">
            <a:spLocks noGrp="1"/>
          </p:cNvSpPr>
          <p:nvPr>
            <p:ph type="title"/>
          </p:nvPr>
        </p:nvSpPr>
        <p:spPr>
          <a:xfrm>
            <a:off x="3291840" y="10226041"/>
            <a:ext cx="37307522" cy="7056122"/>
          </a:xfrm>
          <a:prstGeom prst="rect">
            <a:avLst/>
          </a:prstGeom>
        </p:spPr>
        <p:txBody>
          <a:bodyPr lIns="219456" tIns="219456" rIns="219456" bIns="219456"/>
          <a:lstStyle>
            <a:lvl1pPr>
              <a:lnSpc>
                <a:spcPct val="100000"/>
              </a:lnSpc>
              <a:defRPr sz="10200">
                <a:solidFill>
                  <a:srgbClr val="2C365E"/>
                </a:solidFill>
                <a:latin typeface="Source Sans Pro Black"/>
                <a:ea typeface="Source Sans Pro Black"/>
                <a:cs typeface="Source Sans Pro Black"/>
                <a:sym typeface="Source Sans Pro Black"/>
              </a:defRPr>
            </a:lvl1pPr>
          </a:lstStyle>
          <a:p>
            <a:r>
              <a:t>Title Text</a:t>
            </a:r>
          </a:p>
        </p:txBody>
      </p:sp>
      <p:sp>
        <p:nvSpPr>
          <p:cNvPr id="174" name="Body Level One…"/>
          <p:cNvSpPr txBox="1">
            <a:spLocks noGrp="1"/>
          </p:cNvSpPr>
          <p:nvPr>
            <p:ph type="body" sz="quarter" idx="1"/>
          </p:nvPr>
        </p:nvSpPr>
        <p:spPr>
          <a:xfrm>
            <a:off x="6583680" y="18653760"/>
            <a:ext cx="30723843" cy="8412482"/>
          </a:xfrm>
          <a:prstGeom prst="rect">
            <a:avLst/>
          </a:prstGeom>
        </p:spPr>
        <p:txBody>
          <a:bodyPr lIns="219456" tIns="219456" rIns="219456" bIns="219456"/>
          <a:lstStyle>
            <a:lvl1pPr marL="0" indent="0" algn="ctr">
              <a:lnSpc>
                <a:spcPct val="100000"/>
              </a:lnSpc>
              <a:spcBef>
                <a:spcPts val="3200"/>
              </a:spcBef>
              <a:buSzTx/>
              <a:buFontTx/>
              <a:buNone/>
              <a:defRPr sz="13600">
                <a:solidFill>
                  <a:srgbClr val="888888"/>
                </a:solidFill>
              </a:defRPr>
            </a:lvl1pPr>
            <a:lvl2pPr marL="0" indent="0" algn="ctr">
              <a:lnSpc>
                <a:spcPct val="100000"/>
              </a:lnSpc>
              <a:spcBef>
                <a:spcPts val="3200"/>
              </a:spcBef>
              <a:buSzTx/>
              <a:buFontTx/>
              <a:buNone/>
              <a:defRPr sz="13600">
                <a:solidFill>
                  <a:srgbClr val="888888"/>
                </a:solidFill>
              </a:defRPr>
            </a:lvl2pPr>
            <a:lvl3pPr marL="0" indent="0" algn="ctr">
              <a:lnSpc>
                <a:spcPct val="100000"/>
              </a:lnSpc>
              <a:spcBef>
                <a:spcPts val="3200"/>
              </a:spcBef>
              <a:buSzTx/>
              <a:buFontTx/>
              <a:buNone/>
              <a:defRPr sz="13600">
                <a:solidFill>
                  <a:srgbClr val="888888"/>
                </a:solidFill>
              </a:defRPr>
            </a:lvl3pPr>
            <a:lvl4pPr marL="0" indent="0" algn="ctr">
              <a:lnSpc>
                <a:spcPct val="100000"/>
              </a:lnSpc>
              <a:spcBef>
                <a:spcPts val="3200"/>
              </a:spcBef>
              <a:buSzTx/>
              <a:buFontTx/>
              <a:buNone/>
              <a:defRPr sz="13600">
                <a:solidFill>
                  <a:srgbClr val="888888"/>
                </a:solidFill>
              </a:defRPr>
            </a:lvl4pPr>
            <a:lvl5pPr marL="0" indent="0" algn="ctr">
              <a:lnSpc>
                <a:spcPct val="100000"/>
              </a:lnSpc>
              <a:spcBef>
                <a:spcPts val="3200"/>
              </a:spcBef>
              <a:buSzTx/>
              <a:buFontTx/>
              <a:buNone/>
              <a:defRPr sz="136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75"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003062"/>
        </a:solidFill>
        <a:effectLst/>
      </p:bgPr>
    </p:bg>
    <p:spTree>
      <p:nvGrpSpPr>
        <p:cNvPr id="1" name=""/>
        <p:cNvGrpSpPr/>
        <p:nvPr/>
      </p:nvGrpSpPr>
      <p:grpSpPr>
        <a:xfrm>
          <a:off x="0" y="0"/>
          <a:ext cx="0" cy="0"/>
          <a:chOff x="0" y="0"/>
          <a:chExt cx="0" cy="0"/>
        </a:xfrm>
      </p:grpSpPr>
      <p:sp>
        <p:nvSpPr>
          <p:cNvPr id="182" name="Title Text"/>
          <p:cNvSpPr txBox="1">
            <a:spLocks noGrp="1"/>
          </p:cNvSpPr>
          <p:nvPr>
            <p:ph type="title"/>
          </p:nvPr>
        </p:nvSpPr>
        <p:spPr>
          <a:xfrm>
            <a:off x="2194560" y="1318261"/>
            <a:ext cx="39502082" cy="5486403"/>
          </a:xfrm>
          <a:prstGeom prst="rect">
            <a:avLst/>
          </a:prstGeom>
        </p:spPr>
        <p:txBody>
          <a:bodyPr lIns="219456" tIns="219456" rIns="219456" bIns="219456"/>
          <a:lstStyle>
            <a:lvl1pPr>
              <a:lnSpc>
                <a:spcPct val="100000"/>
              </a:lnSpc>
              <a:defRPr sz="10200">
                <a:solidFill>
                  <a:srgbClr val="2C365E"/>
                </a:solidFill>
                <a:latin typeface="Source Sans Pro Black"/>
                <a:ea typeface="Source Sans Pro Black"/>
                <a:cs typeface="Source Sans Pro Black"/>
                <a:sym typeface="Source Sans Pro Black"/>
              </a:defRPr>
            </a:lvl1pPr>
          </a:lstStyle>
          <a:p>
            <a:r>
              <a:t>Title Text</a:t>
            </a:r>
          </a:p>
        </p:txBody>
      </p:sp>
      <p:sp>
        <p:nvSpPr>
          <p:cNvPr id="183" name="Body Level One…"/>
          <p:cNvSpPr txBox="1">
            <a:spLocks noGrp="1"/>
          </p:cNvSpPr>
          <p:nvPr>
            <p:ph type="body" idx="1"/>
          </p:nvPr>
        </p:nvSpPr>
        <p:spPr>
          <a:xfrm>
            <a:off x="2194560" y="7680962"/>
            <a:ext cx="39502082" cy="21724624"/>
          </a:xfrm>
          <a:prstGeom prst="rect">
            <a:avLst/>
          </a:prstGeom>
        </p:spPr>
        <p:txBody>
          <a:bodyPr lIns="219456" tIns="219456" rIns="219456" bIns="219456"/>
          <a:lstStyle>
            <a:lvl1pPr marL="1463057" indent="-1463057">
              <a:lnSpc>
                <a:spcPct val="100000"/>
              </a:lnSpc>
              <a:spcBef>
                <a:spcPts val="3200"/>
              </a:spcBef>
              <a:defRPr sz="13600"/>
            </a:lvl1pPr>
            <a:lvl2pPr marL="3351931" indent="-1401186">
              <a:lnSpc>
                <a:spcPct val="100000"/>
              </a:lnSpc>
              <a:spcBef>
                <a:spcPts val="3200"/>
              </a:spcBef>
              <a:buChar char="–"/>
              <a:defRPr sz="13600"/>
            </a:lvl2pPr>
            <a:lvl3pPr marL="5207639" indent="-1306150">
              <a:lnSpc>
                <a:spcPct val="100000"/>
              </a:lnSpc>
              <a:spcBef>
                <a:spcPts val="3200"/>
              </a:spcBef>
              <a:defRPr sz="13600"/>
            </a:lvl3pPr>
            <a:lvl4pPr marL="7416893" indent="-1564659">
              <a:lnSpc>
                <a:spcPct val="100000"/>
              </a:lnSpc>
              <a:spcBef>
                <a:spcPts val="3200"/>
              </a:spcBef>
              <a:buChar char="–"/>
              <a:defRPr sz="13600"/>
            </a:lvl4pPr>
            <a:lvl5pPr marL="9367635" indent="-1564660">
              <a:lnSpc>
                <a:spcPct val="100000"/>
              </a:lnSpc>
              <a:spcBef>
                <a:spcPts val="3200"/>
              </a:spcBef>
              <a:buChar char="»"/>
              <a:defRPr sz="13600"/>
            </a:lvl5pPr>
          </a:lstStyle>
          <a:p>
            <a:r>
              <a:t>Body Level One</a:t>
            </a:r>
          </a:p>
          <a:p>
            <a:pPr lvl="1"/>
            <a:r>
              <a:t>Body Level Two</a:t>
            </a:r>
          </a:p>
          <a:p>
            <a:pPr lvl="2"/>
            <a:r>
              <a:t>Body Level Three</a:t>
            </a:r>
          </a:p>
          <a:p>
            <a:pPr lvl="3"/>
            <a:r>
              <a:t>Body Level Four</a:t>
            </a:r>
          </a:p>
          <a:p>
            <a:pPr lvl="4"/>
            <a:r>
              <a:t>Body Level Five</a:t>
            </a:r>
          </a:p>
        </p:txBody>
      </p:sp>
      <p:sp>
        <p:nvSpPr>
          <p:cNvPr id="184"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003062"/>
        </a:solidFill>
        <a:effectLst/>
      </p:bgPr>
    </p:bg>
    <p:spTree>
      <p:nvGrpSpPr>
        <p:cNvPr id="1" name=""/>
        <p:cNvGrpSpPr/>
        <p:nvPr/>
      </p:nvGrpSpPr>
      <p:grpSpPr>
        <a:xfrm>
          <a:off x="0" y="0"/>
          <a:ext cx="0" cy="0"/>
          <a:chOff x="0" y="0"/>
          <a:chExt cx="0" cy="0"/>
        </a:xfrm>
      </p:grpSpPr>
      <p:sp>
        <p:nvSpPr>
          <p:cNvPr id="191" name="Title Text"/>
          <p:cNvSpPr txBox="1">
            <a:spLocks noGrp="1"/>
          </p:cNvSpPr>
          <p:nvPr>
            <p:ph type="title"/>
          </p:nvPr>
        </p:nvSpPr>
        <p:spPr>
          <a:xfrm>
            <a:off x="3467101" y="21153121"/>
            <a:ext cx="37307522" cy="6537961"/>
          </a:xfrm>
          <a:prstGeom prst="rect">
            <a:avLst/>
          </a:prstGeom>
        </p:spPr>
        <p:txBody>
          <a:bodyPr lIns="219456" tIns="219456" rIns="219456" bIns="219456" anchor="t"/>
          <a:lstStyle>
            <a:lvl1pPr>
              <a:lnSpc>
                <a:spcPct val="100000"/>
              </a:lnSpc>
              <a:defRPr sz="17000" b="1" cap="all">
                <a:latin typeface="+mj-lt"/>
                <a:ea typeface="+mj-ea"/>
                <a:cs typeface="+mj-cs"/>
                <a:sym typeface="Calibri"/>
              </a:defRPr>
            </a:lvl1pPr>
          </a:lstStyle>
          <a:p>
            <a:r>
              <a:t>Title Text</a:t>
            </a:r>
          </a:p>
        </p:txBody>
      </p:sp>
      <p:sp>
        <p:nvSpPr>
          <p:cNvPr id="192" name="Body Level One…"/>
          <p:cNvSpPr txBox="1">
            <a:spLocks noGrp="1"/>
          </p:cNvSpPr>
          <p:nvPr>
            <p:ph type="body" sz="quarter" idx="1"/>
          </p:nvPr>
        </p:nvSpPr>
        <p:spPr>
          <a:xfrm>
            <a:off x="3467101" y="13952224"/>
            <a:ext cx="37307522" cy="7200900"/>
          </a:xfrm>
          <a:prstGeom prst="rect">
            <a:avLst/>
          </a:prstGeom>
        </p:spPr>
        <p:txBody>
          <a:bodyPr lIns="219456" tIns="219456" rIns="219456" bIns="219456" anchor="b"/>
          <a:lstStyle>
            <a:lvl1pPr marL="0" indent="0">
              <a:lnSpc>
                <a:spcPct val="100000"/>
              </a:lnSpc>
              <a:spcBef>
                <a:spcPts val="2000"/>
              </a:spcBef>
              <a:buSzTx/>
              <a:buFontTx/>
              <a:buNone/>
              <a:defRPr sz="8500">
                <a:solidFill>
                  <a:srgbClr val="888888"/>
                </a:solidFill>
              </a:defRPr>
            </a:lvl1pPr>
            <a:lvl2pPr marL="0" indent="0">
              <a:lnSpc>
                <a:spcPct val="100000"/>
              </a:lnSpc>
              <a:spcBef>
                <a:spcPts val="2000"/>
              </a:spcBef>
              <a:buSzTx/>
              <a:buFontTx/>
              <a:buNone/>
              <a:defRPr sz="8500">
                <a:solidFill>
                  <a:srgbClr val="888888"/>
                </a:solidFill>
              </a:defRPr>
            </a:lvl2pPr>
            <a:lvl3pPr marL="0" indent="0">
              <a:lnSpc>
                <a:spcPct val="100000"/>
              </a:lnSpc>
              <a:spcBef>
                <a:spcPts val="2000"/>
              </a:spcBef>
              <a:buSzTx/>
              <a:buFontTx/>
              <a:buNone/>
              <a:defRPr sz="8500">
                <a:solidFill>
                  <a:srgbClr val="888888"/>
                </a:solidFill>
              </a:defRPr>
            </a:lvl3pPr>
            <a:lvl4pPr marL="0" indent="0">
              <a:lnSpc>
                <a:spcPct val="100000"/>
              </a:lnSpc>
              <a:spcBef>
                <a:spcPts val="2000"/>
              </a:spcBef>
              <a:buSzTx/>
              <a:buFontTx/>
              <a:buNone/>
              <a:defRPr sz="8500">
                <a:solidFill>
                  <a:srgbClr val="888888"/>
                </a:solidFill>
              </a:defRPr>
            </a:lvl4pPr>
            <a:lvl5pPr marL="0" indent="0">
              <a:lnSpc>
                <a:spcPct val="100000"/>
              </a:lnSpc>
              <a:spcBef>
                <a:spcPts val="2000"/>
              </a:spcBef>
              <a:buSzTx/>
              <a:buFontTx/>
              <a:buNone/>
              <a:defRPr sz="85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93"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wo Content">
    <p:bg>
      <p:bgPr>
        <a:solidFill>
          <a:srgbClr val="003062"/>
        </a:solidFill>
        <a:effectLst/>
      </p:bgPr>
    </p:bg>
    <p:spTree>
      <p:nvGrpSpPr>
        <p:cNvPr id="1" name=""/>
        <p:cNvGrpSpPr/>
        <p:nvPr/>
      </p:nvGrpSpPr>
      <p:grpSpPr>
        <a:xfrm>
          <a:off x="0" y="0"/>
          <a:ext cx="0" cy="0"/>
          <a:chOff x="0" y="0"/>
          <a:chExt cx="0" cy="0"/>
        </a:xfrm>
      </p:grpSpPr>
      <p:sp>
        <p:nvSpPr>
          <p:cNvPr id="200" name="Title Text"/>
          <p:cNvSpPr txBox="1">
            <a:spLocks noGrp="1"/>
          </p:cNvSpPr>
          <p:nvPr>
            <p:ph type="title"/>
          </p:nvPr>
        </p:nvSpPr>
        <p:spPr>
          <a:xfrm>
            <a:off x="2194560" y="1318261"/>
            <a:ext cx="39502082" cy="5486403"/>
          </a:xfrm>
          <a:prstGeom prst="rect">
            <a:avLst/>
          </a:prstGeom>
        </p:spPr>
        <p:txBody>
          <a:bodyPr lIns="219456" tIns="219456" rIns="219456" bIns="219456"/>
          <a:lstStyle>
            <a:lvl1pPr>
              <a:lnSpc>
                <a:spcPct val="100000"/>
              </a:lnSpc>
              <a:defRPr sz="10200">
                <a:solidFill>
                  <a:srgbClr val="2C365E"/>
                </a:solidFill>
                <a:latin typeface="Source Sans Pro Black"/>
                <a:ea typeface="Source Sans Pro Black"/>
                <a:cs typeface="Source Sans Pro Black"/>
                <a:sym typeface="Source Sans Pro Black"/>
              </a:defRPr>
            </a:lvl1pPr>
          </a:lstStyle>
          <a:p>
            <a:r>
              <a:t>Title Text</a:t>
            </a:r>
          </a:p>
        </p:txBody>
      </p:sp>
      <p:sp>
        <p:nvSpPr>
          <p:cNvPr id="201" name="Body Level One…"/>
          <p:cNvSpPr txBox="1">
            <a:spLocks noGrp="1"/>
          </p:cNvSpPr>
          <p:nvPr>
            <p:ph type="body" sz="half" idx="1"/>
          </p:nvPr>
        </p:nvSpPr>
        <p:spPr>
          <a:xfrm>
            <a:off x="2194560" y="7680962"/>
            <a:ext cx="19385281" cy="21724624"/>
          </a:xfrm>
          <a:prstGeom prst="rect">
            <a:avLst/>
          </a:prstGeom>
        </p:spPr>
        <p:txBody>
          <a:bodyPr lIns="219456" tIns="219456" rIns="219456" bIns="219456"/>
          <a:lstStyle>
            <a:lvl1pPr marL="1463057" indent="-1463057">
              <a:lnSpc>
                <a:spcPct val="100000"/>
              </a:lnSpc>
              <a:spcBef>
                <a:spcPts val="2800"/>
              </a:spcBef>
            </a:lvl1pPr>
            <a:lvl2pPr marL="3371393" indent="-1420650">
              <a:lnSpc>
                <a:spcPct val="100000"/>
              </a:lnSpc>
              <a:spcBef>
                <a:spcPts val="2800"/>
              </a:spcBef>
              <a:buChar char="–"/>
            </a:lvl2pPr>
            <a:lvl3pPr>
              <a:lnSpc>
                <a:spcPct val="100000"/>
              </a:lnSpc>
              <a:spcBef>
                <a:spcPts val="2800"/>
              </a:spcBef>
            </a:lvl3pPr>
            <a:lvl4pPr>
              <a:lnSpc>
                <a:spcPct val="100000"/>
              </a:lnSpc>
              <a:spcBef>
                <a:spcPts val="2800"/>
              </a:spcBef>
              <a:buChar char="–"/>
            </a:lvl4pPr>
            <a:lvl5pPr>
              <a:lnSpc>
                <a:spcPct val="100000"/>
              </a:lnSpc>
              <a:spcBef>
                <a:spcPts val="2800"/>
              </a:spcBef>
              <a:buChar char="»"/>
            </a:lvl5pPr>
          </a:lstStyle>
          <a:p>
            <a:r>
              <a:t>Body Level One</a:t>
            </a:r>
          </a:p>
          <a:p>
            <a:pPr lvl="1"/>
            <a:r>
              <a:t>Body Level Two</a:t>
            </a:r>
          </a:p>
          <a:p>
            <a:pPr lvl="2"/>
            <a:r>
              <a:t>Body Level Three</a:t>
            </a:r>
          </a:p>
          <a:p>
            <a:pPr lvl="3"/>
            <a:r>
              <a:t>Body Level Four</a:t>
            </a:r>
          </a:p>
          <a:p>
            <a:pPr lvl="4"/>
            <a:r>
              <a:t>Body Level Five</a:t>
            </a:r>
          </a:p>
        </p:txBody>
      </p:sp>
      <p:sp>
        <p:nvSpPr>
          <p:cNvPr id="202"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Comparison">
    <p:bg>
      <p:bgPr>
        <a:solidFill>
          <a:srgbClr val="003062"/>
        </a:solidFill>
        <a:effectLst/>
      </p:bgPr>
    </p:bg>
    <p:spTree>
      <p:nvGrpSpPr>
        <p:cNvPr id="1" name=""/>
        <p:cNvGrpSpPr/>
        <p:nvPr/>
      </p:nvGrpSpPr>
      <p:grpSpPr>
        <a:xfrm>
          <a:off x="0" y="0"/>
          <a:ext cx="0" cy="0"/>
          <a:chOff x="0" y="0"/>
          <a:chExt cx="0" cy="0"/>
        </a:xfrm>
      </p:grpSpPr>
      <p:sp>
        <p:nvSpPr>
          <p:cNvPr id="209" name="Title Text"/>
          <p:cNvSpPr txBox="1">
            <a:spLocks noGrp="1"/>
          </p:cNvSpPr>
          <p:nvPr>
            <p:ph type="title"/>
          </p:nvPr>
        </p:nvSpPr>
        <p:spPr>
          <a:xfrm>
            <a:off x="2194560" y="1318261"/>
            <a:ext cx="39502082" cy="5486403"/>
          </a:xfrm>
          <a:prstGeom prst="rect">
            <a:avLst/>
          </a:prstGeom>
        </p:spPr>
        <p:txBody>
          <a:bodyPr lIns="219456" tIns="219456" rIns="219456" bIns="219456"/>
          <a:lstStyle>
            <a:lvl1pPr>
              <a:lnSpc>
                <a:spcPct val="100000"/>
              </a:lnSpc>
              <a:defRPr sz="10200">
                <a:solidFill>
                  <a:srgbClr val="2C365E"/>
                </a:solidFill>
                <a:latin typeface="Source Sans Pro Black"/>
                <a:ea typeface="Source Sans Pro Black"/>
                <a:cs typeface="Source Sans Pro Black"/>
                <a:sym typeface="Source Sans Pro Black"/>
              </a:defRPr>
            </a:lvl1pPr>
          </a:lstStyle>
          <a:p>
            <a:r>
              <a:t>Title Text</a:t>
            </a:r>
          </a:p>
        </p:txBody>
      </p:sp>
      <p:sp>
        <p:nvSpPr>
          <p:cNvPr id="210" name="Body Level One…"/>
          <p:cNvSpPr txBox="1">
            <a:spLocks noGrp="1"/>
          </p:cNvSpPr>
          <p:nvPr>
            <p:ph type="body" sz="quarter" idx="1"/>
          </p:nvPr>
        </p:nvSpPr>
        <p:spPr>
          <a:xfrm>
            <a:off x="2194560" y="7368541"/>
            <a:ext cx="19392905" cy="3070860"/>
          </a:xfrm>
          <a:prstGeom prst="rect">
            <a:avLst/>
          </a:prstGeom>
        </p:spPr>
        <p:txBody>
          <a:bodyPr lIns="219456" tIns="219456" rIns="219456" bIns="219456" anchor="b"/>
          <a:lstStyle>
            <a:lvl1pPr marL="0" indent="0">
              <a:lnSpc>
                <a:spcPct val="100000"/>
              </a:lnSpc>
              <a:spcBef>
                <a:spcPts val="2400"/>
              </a:spcBef>
              <a:buSzTx/>
              <a:buFontTx/>
              <a:buNone/>
              <a:defRPr sz="10200" b="1"/>
            </a:lvl1pPr>
            <a:lvl2pPr marL="0" indent="0">
              <a:lnSpc>
                <a:spcPct val="100000"/>
              </a:lnSpc>
              <a:spcBef>
                <a:spcPts val="2400"/>
              </a:spcBef>
              <a:buSzTx/>
              <a:buFontTx/>
              <a:buNone/>
              <a:defRPr sz="10200" b="1"/>
            </a:lvl2pPr>
            <a:lvl3pPr marL="0" indent="0">
              <a:lnSpc>
                <a:spcPct val="100000"/>
              </a:lnSpc>
              <a:spcBef>
                <a:spcPts val="2400"/>
              </a:spcBef>
              <a:buSzTx/>
              <a:buFontTx/>
              <a:buNone/>
              <a:defRPr sz="10200" b="1"/>
            </a:lvl3pPr>
            <a:lvl4pPr marL="0" indent="0">
              <a:lnSpc>
                <a:spcPct val="100000"/>
              </a:lnSpc>
              <a:spcBef>
                <a:spcPts val="2400"/>
              </a:spcBef>
              <a:buSzTx/>
              <a:buFontTx/>
              <a:buNone/>
              <a:defRPr sz="10200" b="1"/>
            </a:lvl4pPr>
            <a:lvl5pPr marL="0" indent="0">
              <a:lnSpc>
                <a:spcPct val="100000"/>
              </a:lnSpc>
              <a:spcBef>
                <a:spcPts val="2400"/>
              </a:spcBef>
              <a:buSzTx/>
              <a:buFontTx/>
              <a:buNone/>
              <a:defRPr sz="10200" b="1"/>
            </a:lvl5pPr>
          </a:lstStyle>
          <a:p>
            <a:r>
              <a:t>Body Level One</a:t>
            </a:r>
          </a:p>
          <a:p>
            <a:pPr lvl="1"/>
            <a:r>
              <a:t>Body Level Two</a:t>
            </a:r>
          </a:p>
          <a:p>
            <a:pPr lvl="2"/>
            <a:r>
              <a:t>Body Level Three</a:t>
            </a:r>
          </a:p>
          <a:p>
            <a:pPr lvl="3"/>
            <a:r>
              <a:t>Body Level Four</a:t>
            </a:r>
          </a:p>
          <a:p>
            <a:pPr lvl="4"/>
            <a:r>
              <a:t>Body Level Five</a:t>
            </a:r>
          </a:p>
        </p:txBody>
      </p:sp>
      <p:sp>
        <p:nvSpPr>
          <p:cNvPr id="211" name="Text Placeholder 4"/>
          <p:cNvSpPr>
            <a:spLocks noGrp="1"/>
          </p:cNvSpPr>
          <p:nvPr>
            <p:ph type="body" sz="quarter" idx="13"/>
          </p:nvPr>
        </p:nvSpPr>
        <p:spPr>
          <a:xfrm>
            <a:off x="22296121" y="7368541"/>
            <a:ext cx="19400522" cy="3070860"/>
          </a:xfrm>
          <a:prstGeom prst="rect">
            <a:avLst/>
          </a:prstGeom>
        </p:spPr>
        <p:txBody>
          <a:bodyPr lIns="219456" tIns="219456" rIns="219456" bIns="219456" anchor="b"/>
          <a:lstStyle/>
          <a:p>
            <a:pPr marL="0" indent="0">
              <a:lnSpc>
                <a:spcPct val="100000"/>
              </a:lnSpc>
              <a:spcBef>
                <a:spcPts val="2400"/>
              </a:spcBef>
              <a:buSzTx/>
              <a:buFontTx/>
              <a:buNone/>
              <a:defRPr sz="11500" b="1"/>
            </a:pPr>
            <a:endParaRPr/>
          </a:p>
        </p:txBody>
      </p:sp>
      <p:sp>
        <p:nvSpPr>
          <p:cNvPr id="212"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Only">
    <p:bg>
      <p:bgPr>
        <a:solidFill>
          <a:srgbClr val="003062"/>
        </a:solidFill>
        <a:effectLst/>
      </p:bgPr>
    </p:bg>
    <p:spTree>
      <p:nvGrpSpPr>
        <p:cNvPr id="1" name=""/>
        <p:cNvGrpSpPr/>
        <p:nvPr/>
      </p:nvGrpSpPr>
      <p:grpSpPr>
        <a:xfrm>
          <a:off x="0" y="0"/>
          <a:ext cx="0" cy="0"/>
          <a:chOff x="0" y="0"/>
          <a:chExt cx="0" cy="0"/>
        </a:xfrm>
      </p:grpSpPr>
      <p:sp>
        <p:nvSpPr>
          <p:cNvPr id="219" name="Title Text"/>
          <p:cNvSpPr txBox="1">
            <a:spLocks noGrp="1"/>
          </p:cNvSpPr>
          <p:nvPr>
            <p:ph type="title"/>
          </p:nvPr>
        </p:nvSpPr>
        <p:spPr>
          <a:xfrm>
            <a:off x="2194560" y="1318261"/>
            <a:ext cx="39502082" cy="5486403"/>
          </a:xfrm>
          <a:prstGeom prst="rect">
            <a:avLst/>
          </a:prstGeom>
        </p:spPr>
        <p:txBody>
          <a:bodyPr lIns="219456" tIns="219456" rIns="219456" bIns="219456"/>
          <a:lstStyle>
            <a:lvl1pPr>
              <a:lnSpc>
                <a:spcPct val="100000"/>
              </a:lnSpc>
              <a:defRPr sz="10200">
                <a:solidFill>
                  <a:srgbClr val="2C365E"/>
                </a:solidFill>
                <a:latin typeface="Source Sans Pro Black"/>
                <a:ea typeface="Source Sans Pro Black"/>
                <a:cs typeface="Source Sans Pro Black"/>
                <a:sym typeface="Source Sans Pro Black"/>
              </a:defRPr>
            </a:lvl1pPr>
          </a:lstStyle>
          <a:p>
            <a:r>
              <a:t>Title Text</a:t>
            </a:r>
          </a:p>
        </p:txBody>
      </p:sp>
      <p:sp>
        <p:nvSpPr>
          <p:cNvPr id="220"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Blank">
    <p:bg>
      <p:bgPr>
        <a:solidFill>
          <a:srgbClr val="003062"/>
        </a:solidFill>
        <a:effectLst/>
      </p:bgPr>
    </p:bg>
    <p:spTree>
      <p:nvGrpSpPr>
        <p:cNvPr id="1" name=""/>
        <p:cNvGrpSpPr/>
        <p:nvPr/>
      </p:nvGrpSpPr>
      <p:grpSpPr>
        <a:xfrm>
          <a:off x="0" y="0"/>
          <a:ext cx="0" cy="0"/>
          <a:chOff x="0" y="0"/>
          <a:chExt cx="0" cy="0"/>
        </a:xfrm>
      </p:grpSpPr>
      <p:sp>
        <p:nvSpPr>
          <p:cNvPr id="227"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003062"/>
        </a:solidFill>
        <a:effectLst/>
      </p:bgPr>
    </p:bg>
    <p:spTree>
      <p:nvGrpSpPr>
        <p:cNvPr id="1" name=""/>
        <p:cNvGrpSpPr/>
        <p:nvPr/>
      </p:nvGrpSpPr>
      <p:grpSpPr>
        <a:xfrm>
          <a:off x="0" y="0"/>
          <a:ext cx="0" cy="0"/>
          <a:chOff x="0" y="0"/>
          <a:chExt cx="0" cy="0"/>
        </a:xfrm>
      </p:grpSpPr>
      <p:sp>
        <p:nvSpPr>
          <p:cNvPr id="234" name="Title Text"/>
          <p:cNvSpPr txBox="1">
            <a:spLocks noGrp="1"/>
          </p:cNvSpPr>
          <p:nvPr>
            <p:ph type="title"/>
          </p:nvPr>
        </p:nvSpPr>
        <p:spPr>
          <a:xfrm>
            <a:off x="2194562" y="1310638"/>
            <a:ext cx="14439905" cy="5577844"/>
          </a:xfrm>
          <a:prstGeom prst="rect">
            <a:avLst/>
          </a:prstGeom>
        </p:spPr>
        <p:txBody>
          <a:bodyPr lIns="219456" tIns="219456" rIns="219456" bIns="219456" anchor="b"/>
          <a:lstStyle>
            <a:lvl1pPr>
              <a:lnSpc>
                <a:spcPct val="100000"/>
              </a:lnSpc>
              <a:defRPr sz="8500" b="1">
                <a:latin typeface="+mj-lt"/>
                <a:ea typeface="+mj-ea"/>
                <a:cs typeface="+mj-cs"/>
                <a:sym typeface="Calibri"/>
              </a:defRPr>
            </a:lvl1pPr>
          </a:lstStyle>
          <a:p>
            <a:r>
              <a:t>Title Text</a:t>
            </a:r>
          </a:p>
        </p:txBody>
      </p:sp>
      <p:sp>
        <p:nvSpPr>
          <p:cNvPr id="235" name="Body Level One…"/>
          <p:cNvSpPr txBox="1">
            <a:spLocks noGrp="1"/>
          </p:cNvSpPr>
          <p:nvPr>
            <p:ph type="body" idx="1"/>
          </p:nvPr>
        </p:nvSpPr>
        <p:spPr>
          <a:xfrm>
            <a:off x="17160239" y="1310641"/>
            <a:ext cx="24536402" cy="28094944"/>
          </a:xfrm>
          <a:prstGeom prst="rect">
            <a:avLst/>
          </a:prstGeom>
        </p:spPr>
        <p:txBody>
          <a:bodyPr lIns="219456" tIns="219456" rIns="219456" bIns="219456"/>
          <a:lstStyle>
            <a:lvl1pPr marL="1463057" indent="-1463057">
              <a:lnSpc>
                <a:spcPct val="100000"/>
              </a:lnSpc>
              <a:spcBef>
                <a:spcPts val="3200"/>
              </a:spcBef>
              <a:defRPr sz="13600"/>
            </a:lvl1pPr>
            <a:lvl2pPr marL="3351931" indent="-1401186">
              <a:lnSpc>
                <a:spcPct val="100000"/>
              </a:lnSpc>
              <a:spcBef>
                <a:spcPts val="3200"/>
              </a:spcBef>
              <a:buChar char="–"/>
              <a:defRPr sz="13600"/>
            </a:lvl2pPr>
            <a:lvl3pPr marL="5207639" indent="-1306150">
              <a:lnSpc>
                <a:spcPct val="100000"/>
              </a:lnSpc>
              <a:spcBef>
                <a:spcPts val="3200"/>
              </a:spcBef>
              <a:defRPr sz="13600"/>
            </a:lvl3pPr>
            <a:lvl4pPr marL="7416893" indent="-1564659">
              <a:lnSpc>
                <a:spcPct val="100000"/>
              </a:lnSpc>
              <a:spcBef>
                <a:spcPts val="3200"/>
              </a:spcBef>
              <a:buChar char="–"/>
              <a:defRPr sz="13600"/>
            </a:lvl4pPr>
            <a:lvl5pPr marL="9367635" indent="-1564660">
              <a:lnSpc>
                <a:spcPct val="100000"/>
              </a:lnSpc>
              <a:spcBef>
                <a:spcPts val="3200"/>
              </a:spcBef>
              <a:buChar char="»"/>
              <a:defRPr sz="13600"/>
            </a:lvl5pPr>
          </a:lstStyle>
          <a:p>
            <a:r>
              <a:t>Body Level One</a:t>
            </a:r>
          </a:p>
          <a:p>
            <a:pPr lvl="1"/>
            <a:r>
              <a:t>Body Level Two</a:t>
            </a:r>
          </a:p>
          <a:p>
            <a:pPr lvl="2"/>
            <a:r>
              <a:t>Body Level Three</a:t>
            </a:r>
          </a:p>
          <a:p>
            <a:pPr lvl="3"/>
            <a:r>
              <a:t>Body Level Four</a:t>
            </a:r>
          </a:p>
          <a:p>
            <a:pPr lvl="4"/>
            <a:r>
              <a:t>Body Level Five</a:t>
            </a:r>
          </a:p>
        </p:txBody>
      </p:sp>
      <p:sp>
        <p:nvSpPr>
          <p:cNvPr id="236" name="Text Placeholder 3"/>
          <p:cNvSpPr>
            <a:spLocks noGrp="1"/>
          </p:cNvSpPr>
          <p:nvPr>
            <p:ph type="body" sz="half" idx="13"/>
          </p:nvPr>
        </p:nvSpPr>
        <p:spPr>
          <a:xfrm>
            <a:off x="2194562" y="6888480"/>
            <a:ext cx="14439904" cy="22517106"/>
          </a:xfrm>
          <a:prstGeom prst="rect">
            <a:avLst/>
          </a:prstGeom>
        </p:spPr>
        <p:txBody>
          <a:bodyPr lIns="219456" tIns="219456" rIns="219456" bIns="219456"/>
          <a:lstStyle/>
          <a:p>
            <a:pPr marL="0" indent="0">
              <a:lnSpc>
                <a:spcPct val="100000"/>
              </a:lnSpc>
              <a:spcBef>
                <a:spcPts val="1400"/>
              </a:spcBef>
              <a:buSzTx/>
              <a:buFontTx/>
              <a:buNone/>
              <a:defRPr sz="6700"/>
            </a:pPr>
            <a:endParaRPr/>
          </a:p>
        </p:txBody>
      </p:sp>
      <p:sp>
        <p:nvSpPr>
          <p:cNvPr id="237"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003062"/>
        </a:solidFill>
        <a:effectLst/>
      </p:bgPr>
    </p:bg>
    <p:spTree>
      <p:nvGrpSpPr>
        <p:cNvPr id="1" name=""/>
        <p:cNvGrpSpPr/>
        <p:nvPr/>
      </p:nvGrpSpPr>
      <p:grpSpPr>
        <a:xfrm>
          <a:off x="0" y="0"/>
          <a:ext cx="0" cy="0"/>
          <a:chOff x="0" y="0"/>
          <a:chExt cx="0" cy="0"/>
        </a:xfrm>
      </p:grpSpPr>
      <p:sp>
        <p:nvSpPr>
          <p:cNvPr id="244" name="Title Text"/>
          <p:cNvSpPr txBox="1">
            <a:spLocks noGrp="1"/>
          </p:cNvSpPr>
          <p:nvPr>
            <p:ph type="title"/>
          </p:nvPr>
        </p:nvSpPr>
        <p:spPr>
          <a:xfrm>
            <a:off x="8602981" y="23042880"/>
            <a:ext cx="26334722" cy="2720344"/>
          </a:xfrm>
          <a:prstGeom prst="rect">
            <a:avLst/>
          </a:prstGeom>
        </p:spPr>
        <p:txBody>
          <a:bodyPr lIns="219456" tIns="219456" rIns="219456" bIns="219456" anchor="b"/>
          <a:lstStyle>
            <a:lvl1pPr>
              <a:lnSpc>
                <a:spcPct val="100000"/>
              </a:lnSpc>
              <a:defRPr sz="8500" b="1">
                <a:latin typeface="+mj-lt"/>
                <a:ea typeface="+mj-ea"/>
                <a:cs typeface="+mj-cs"/>
                <a:sym typeface="Calibri"/>
              </a:defRPr>
            </a:lvl1pPr>
          </a:lstStyle>
          <a:p>
            <a:r>
              <a:t>Title Text</a:t>
            </a:r>
          </a:p>
        </p:txBody>
      </p:sp>
      <p:sp>
        <p:nvSpPr>
          <p:cNvPr id="245" name="Picture Placeholder 2"/>
          <p:cNvSpPr>
            <a:spLocks noGrp="1"/>
          </p:cNvSpPr>
          <p:nvPr>
            <p:ph type="pic" sz="half" idx="13"/>
          </p:nvPr>
        </p:nvSpPr>
        <p:spPr>
          <a:xfrm>
            <a:off x="8602981" y="2941320"/>
            <a:ext cx="26334722" cy="19751040"/>
          </a:xfrm>
          <a:prstGeom prst="rect">
            <a:avLst/>
          </a:prstGeom>
        </p:spPr>
        <p:txBody>
          <a:bodyPr lIns="91439" tIns="45719" rIns="91439" bIns="45719">
            <a:noAutofit/>
          </a:bodyPr>
          <a:lstStyle/>
          <a:p>
            <a:endParaRPr/>
          </a:p>
        </p:txBody>
      </p:sp>
      <p:sp>
        <p:nvSpPr>
          <p:cNvPr id="246" name="Body Level One…"/>
          <p:cNvSpPr txBox="1">
            <a:spLocks noGrp="1"/>
          </p:cNvSpPr>
          <p:nvPr>
            <p:ph type="body" sz="quarter" idx="1"/>
          </p:nvPr>
        </p:nvSpPr>
        <p:spPr>
          <a:xfrm>
            <a:off x="8602981" y="25763221"/>
            <a:ext cx="26334722" cy="3863340"/>
          </a:xfrm>
          <a:prstGeom prst="rect">
            <a:avLst/>
          </a:prstGeom>
        </p:spPr>
        <p:txBody>
          <a:bodyPr lIns="219456" tIns="219456" rIns="219456" bIns="219456"/>
          <a:lstStyle>
            <a:lvl1pPr marL="0" indent="0">
              <a:lnSpc>
                <a:spcPct val="100000"/>
              </a:lnSpc>
              <a:spcBef>
                <a:spcPts val="1400"/>
              </a:spcBef>
              <a:buSzTx/>
              <a:buFontTx/>
              <a:buNone/>
              <a:defRPr sz="5900"/>
            </a:lvl1pPr>
            <a:lvl2pPr marL="0" indent="0">
              <a:lnSpc>
                <a:spcPct val="100000"/>
              </a:lnSpc>
              <a:spcBef>
                <a:spcPts val="1400"/>
              </a:spcBef>
              <a:buSzTx/>
              <a:buFontTx/>
              <a:buNone/>
              <a:defRPr sz="5900"/>
            </a:lvl2pPr>
            <a:lvl3pPr marL="0" indent="0">
              <a:lnSpc>
                <a:spcPct val="100000"/>
              </a:lnSpc>
              <a:spcBef>
                <a:spcPts val="1400"/>
              </a:spcBef>
              <a:buSzTx/>
              <a:buFontTx/>
              <a:buNone/>
              <a:defRPr sz="5900"/>
            </a:lvl3pPr>
            <a:lvl4pPr marL="0" indent="0">
              <a:lnSpc>
                <a:spcPct val="100000"/>
              </a:lnSpc>
              <a:spcBef>
                <a:spcPts val="1400"/>
              </a:spcBef>
              <a:buSzTx/>
              <a:buFontTx/>
              <a:buNone/>
              <a:defRPr sz="5900"/>
            </a:lvl4pPr>
            <a:lvl5pPr marL="0" indent="0">
              <a:lnSpc>
                <a:spcPct val="100000"/>
              </a:lnSpc>
              <a:spcBef>
                <a:spcPts val="1400"/>
              </a:spcBef>
              <a:buSzTx/>
              <a:buFontTx/>
              <a:buNone/>
              <a:defRPr sz="5900"/>
            </a:lvl5pPr>
          </a:lstStyle>
          <a:p>
            <a:r>
              <a:t>Body Level One</a:t>
            </a:r>
          </a:p>
          <a:p>
            <a:pPr lvl="1"/>
            <a:r>
              <a:t>Body Level Two</a:t>
            </a:r>
          </a:p>
          <a:p>
            <a:pPr lvl="2"/>
            <a:r>
              <a:t>Body Level Three</a:t>
            </a:r>
          </a:p>
          <a:p>
            <a:pPr lvl="3"/>
            <a:r>
              <a:t>Body Level Four</a:t>
            </a:r>
          </a:p>
          <a:p>
            <a:pPr lvl="4"/>
            <a:r>
              <a:t>Body Level Five</a:t>
            </a:r>
          </a:p>
        </p:txBody>
      </p:sp>
      <p:sp>
        <p:nvSpPr>
          <p:cNvPr id="247" name="Slide Number"/>
          <p:cNvSpPr txBox="1">
            <a:spLocks noGrp="1"/>
          </p:cNvSpPr>
          <p:nvPr>
            <p:ph type="sldNum" sz="quarter" idx="2"/>
          </p:nvPr>
        </p:nvSpPr>
        <p:spPr>
          <a:xfrm>
            <a:off x="40588472" y="30767276"/>
            <a:ext cx="1108169" cy="1239013"/>
          </a:xfrm>
          <a:prstGeom prst="rect">
            <a:avLst/>
          </a:prstGeom>
        </p:spPr>
        <p:txBody>
          <a:bodyPr lIns="219456" tIns="219456" rIns="219456" bIns="219456"/>
          <a:lstStyle>
            <a:lvl1pPr>
              <a:defRPr sz="5100"/>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017518" y="1752606"/>
            <a:ext cx="37856162" cy="63627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normAutofit/>
          </a:bodyPr>
          <a:lstStyle/>
          <a:p>
            <a:r>
              <a:t>Title Text</a:t>
            </a:r>
          </a:p>
        </p:txBody>
      </p:sp>
      <p:sp>
        <p:nvSpPr>
          <p:cNvPr id="3" name="Body Level One…"/>
          <p:cNvSpPr txBox="1">
            <a:spLocks noGrp="1"/>
          </p:cNvSpPr>
          <p:nvPr>
            <p:ph type="body" idx="1"/>
          </p:nvPr>
        </p:nvSpPr>
        <p:spPr>
          <a:xfrm>
            <a:off x="3017518" y="8763000"/>
            <a:ext cx="37856162" cy="208864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0125861" y="30953720"/>
            <a:ext cx="747821" cy="866139"/>
          </a:xfrm>
          <a:prstGeom prst="rect">
            <a:avLst/>
          </a:prstGeom>
          <a:ln w="12700">
            <a:miter lim="400000"/>
          </a:ln>
        </p:spPr>
        <p:txBody>
          <a:bodyPr wrap="none" lIns="45718" tIns="45718" rIns="45718" bIns="45718" anchor="ctr">
            <a:spAutoFit/>
          </a:bodyPr>
          <a:lstStyle>
            <a:lvl1pPr algn="r">
              <a:defRPr sz="5000">
                <a:solidFill>
                  <a:srgbClr val="888888"/>
                </a:solidFill>
                <a:latin typeface="+mj-lt"/>
                <a:ea typeface="+mj-ea"/>
                <a:cs typeface="+mj-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ransition spd="med"/>
  <p:txStyles>
    <p:titleStyle>
      <a:lvl1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1pPr>
      <a:lvl2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2pPr>
      <a:lvl3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3pPr>
      <a:lvl4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4pPr>
      <a:lvl5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5pPr>
      <a:lvl6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6pPr>
      <a:lvl7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7pPr>
      <a:lvl8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8pPr>
      <a:lvl9pPr marL="0" marR="0" indent="0" algn="l" defTabSz="3901488" rtl="0" latinLnBrk="0">
        <a:lnSpc>
          <a:spcPct val="90000"/>
        </a:lnSpc>
        <a:spcBef>
          <a:spcPts val="0"/>
        </a:spcBef>
        <a:spcAft>
          <a:spcPts val="0"/>
        </a:spcAft>
        <a:buClrTx/>
        <a:buSzTx/>
        <a:buFontTx/>
        <a:buNone/>
        <a:tabLst/>
        <a:defRPr sz="18700" b="0" i="0" u="none" strike="noStrike" cap="none" spc="0" baseline="0">
          <a:solidFill>
            <a:srgbClr val="000000"/>
          </a:solidFill>
          <a:uFillTx/>
          <a:latin typeface="Calibri Light"/>
          <a:ea typeface="Calibri Light"/>
          <a:cs typeface="Calibri Light"/>
          <a:sym typeface="Calibri Light"/>
        </a:defRPr>
      </a:lvl9pPr>
    </p:titleStyle>
    <p:bodyStyle>
      <a:lvl1pPr marL="975371" marR="0" indent="-975371"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1pPr>
      <a:lvl2pPr marL="3087264" marR="0" indent="-1136519"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2pPr>
      <a:lvl3pPr marL="5262945" marR="0" indent="-136145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3pPr>
      <a:lvl4pPr marL="7371998"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4pPr>
      <a:lvl5pPr marL="9322743"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5pPr>
      <a:lvl6pPr marL="11273487"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6pPr>
      <a:lvl7pPr marL="13224231"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7pPr>
      <a:lvl8pPr marL="15174976"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8pPr>
      <a:lvl9pPr marL="17125722" marR="0" indent="-1519766" algn="l" defTabSz="3901488" rtl="0" latinLnBrk="0">
        <a:lnSpc>
          <a:spcPct val="90000"/>
        </a:lnSpc>
        <a:spcBef>
          <a:spcPts val="4200"/>
        </a:spcBef>
        <a:spcAft>
          <a:spcPts val="0"/>
        </a:spcAft>
        <a:buClrTx/>
        <a:buSzPct val="100000"/>
        <a:buFont typeface="Arial"/>
        <a:buChar char="•"/>
        <a:tabLst/>
        <a:defRPr sz="11900" b="0" i="0" u="none" strike="noStrike" cap="none" spc="0" baseline="0">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sz="5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emf"/><Relationship Id="rId11" Type="http://schemas.openxmlformats.org/officeDocument/2006/relationships/image" Target="../media/image10.emf"/><Relationship Id="rId5" Type="http://schemas.openxmlformats.org/officeDocument/2006/relationships/image" Target="../media/image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 Id="rId1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2"/>
        </a:solidFill>
        <a:effectLst/>
      </p:bgPr>
    </p:bg>
    <p:spTree>
      <p:nvGrpSpPr>
        <p:cNvPr id="1" name=""/>
        <p:cNvGrpSpPr/>
        <p:nvPr/>
      </p:nvGrpSpPr>
      <p:grpSpPr>
        <a:xfrm>
          <a:off x="0" y="0"/>
          <a:ext cx="0" cy="0"/>
          <a:chOff x="0" y="0"/>
          <a:chExt cx="0" cy="0"/>
        </a:xfrm>
      </p:grpSpPr>
      <p:sp>
        <p:nvSpPr>
          <p:cNvPr id="309" name="Title 4"/>
          <p:cNvSpPr txBox="1">
            <a:spLocks noGrp="1"/>
          </p:cNvSpPr>
          <p:nvPr>
            <p:ph type="ctrTitle"/>
          </p:nvPr>
        </p:nvSpPr>
        <p:spPr>
          <a:xfrm>
            <a:off x="1402945" y="1230144"/>
            <a:ext cx="13815644" cy="5450050"/>
          </a:xfrm>
          <a:prstGeom prst="rect">
            <a:avLst/>
          </a:prstGeom>
        </p:spPr>
        <p:txBody>
          <a:bodyPr anchor="t"/>
          <a:lstStyle/>
          <a:p>
            <a:pPr defTabSz="3355280">
              <a:defRPr sz="8500"/>
            </a:pPr>
            <a:r>
              <a:rPr lang="en-US" dirty="0"/>
              <a:t>Trends and Heterogeneity in Interracial Marriage in the United States, 1960-2023</a:t>
            </a:r>
            <a:endParaRPr dirty="0"/>
          </a:p>
        </p:txBody>
      </p:sp>
      <p:sp>
        <p:nvSpPr>
          <p:cNvPr id="310" name="Line"/>
          <p:cNvSpPr/>
          <p:nvPr/>
        </p:nvSpPr>
        <p:spPr>
          <a:xfrm flipV="1">
            <a:off x="1441041" y="6442756"/>
            <a:ext cx="13615126" cy="30275"/>
          </a:xfrm>
          <a:prstGeom prst="line">
            <a:avLst/>
          </a:prstGeom>
          <a:ln w="25400">
            <a:solidFill>
              <a:srgbClr val="2C365E"/>
            </a:solidFill>
            <a:miter lim="400000"/>
          </a:ln>
        </p:spPr>
        <p:txBody>
          <a:bodyPr lIns="45718" tIns="45718" rIns="45718" bIns="45718"/>
          <a:lstStyle/>
          <a:p>
            <a:endParaRPr/>
          </a:p>
        </p:txBody>
      </p:sp>
      <p:sp>
        <p:nvSpPr>
          <p:cNvPr id="311" name="Rectangle 15"/>
          <p:cNvSpPr/>
          <p:nvPr/>
        </p:nvSpPr>
        <p:spPr>
          <a:xfrm>
            <a:off x="-663" y="0"/>
            <a:ext cx="43891863" cy="540449"/>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12" name="Rectangle 15"/>
          <p:cNvSpPr/>
          <p:nvPr/>
        </p:nvSpPr>
        <p:spPr>
          <a:xfrm>
            <a:off x="-663" y="32358102"/>
            <a:ext cx="43955622" cy="56047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13" name="Rectangle 15"/>
          <p:cNvSpPr/>
          <p:nvPr/>
        </p:nvSpPr>
        <p:spPr>
          <a:xfrm rot="16200000">
            <a:off x="-15759150" y="16151788"/>
            <a:ext cx="32078861" cy="56188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14" name="Rectangle 15"/>
          <p:cNvSpPr/>
          <p:nvPr/>
        </p:nvSpPr>
        <p:spPr>
          <a:xfrm rot="16200000">
            <a:off x="27422050" y="16133313"/>
            <a:ext cx="32440176" cy="49812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15" name="Rectangle 15"/>
          <p:cNvSpPr/>
          <p:nvPr/>
        </p:nvSpPr>
        <p:spPr>
          <a:xfrm rot="16200000">
            <a:off x="-16424" y="16149775"/>
            <a:ext cx="32536859" cy="56188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16" name="Rectangle 15"/>
          <p:cNvSpPr/>
          <p:nvPr/>
        </p:nvSpPr>
        <p:spPr>
          <a:xfrm>
            <a:off x="280280" y="8740320"/>
            <a:ext cx="16031917" cy="56047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20" name="Title 4"/>
          <p:cNvSpPr txBox="1"/>
          <p:nvPr/>
        </p:nvSpPr>
        <p:spPr>
          <a:xfrm>
            <a:off x="1077414" y="9823392"/>
            <a:ext cx="8378283" cy="52997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lnSpcReduction="10000"/>
          </a:bodyPr>
          <a:lstStyle/>
          <a:p>
            <a:pPr defTabSz="2935479">
              <a:lnSpc>
                <a:spcPct val="90000"/>
              </a:lnSpc>
              <a:spcBef>
                <a:spcPts val="1200"/>
              </a:spcBef>
              <a:defRPr sz="3168" b="1">
                <a:solidFill>
                  <a:srgbClr val="2C365E"/>
                </a:solidFill>
                <a:latin typeface="Source Sans Pro"/>
                <a:ea typeface="Source Sans Pro"/>
                <a:cs typeface="Source Sans Pro"/>
                <a:sym typeface="Source Sans Pro"/>
              </a:defRPr>
            </a:pPr>
            <a:r>
              <a:rPr dirty="0"/>
              <a:t>Highlights</a:t>
            </a:r>
            <a:endParaRPr sz="3564" dirty="0"/>
          </a:p>
          <a:p>
            <a:pPr marL="335284" indent="-335284" defTabSz="2935479">
              <a:lnSpc>
                <a:spcPct val="90000"/>
              </a:lnSpc>
              <a:spcBef>
                <a:spcPts val="1000"/>
              </a:spcBef>
              <a:buSzPct val="100000"/>
              <a:buChar char="•"/>
              <a:defRPr sz="2178" b="1">
                <a:solidFill>
                  <a:srgbClr val="2C365E"/>
                </a:solidFill>
                <a:latin typeface="Source Sans Pro SemiBold"/>
                <a:ea typeface="Source Sans Pro SemiBold"/>
                <a:cs typeface="Source Sans Pro SemiBold"/>
                <a:sym typeface="Source Sans Pro SemiBold"/>
              </a:defRPr>
            </a:pPr>
            <a:r>
              <a:rPr lang="en-US" dirty="0"/>
              <a:t>One in six marriages are now between partners of a different race, compared to less than 0.3% in 1960.</a:t>
            </a:r>
          </a:p>
          <a:p>
            <a:pPr marL="335284" indent="-335284" defTabSz="2935479">
              <a:lnSpc>
                <a:spcPct val="90000"/>
              </a:lnSpc>
              <a:spcBef>
                <a:spcPts val="1000"/>
              </a:spcBef>
              <a:buSzPct val="100000"/>
              <a:buChar char="•"/>
              <a:defRPr sz="2178" b="1">
                <a:solidFill>
                  <a:srgbClr val="2C365E"/>
                </a:solidFill>
                <a:latin typeface="Source Sans Pro SemiBold"/>
                <a:ea typeface="Source Sans Pro SemiBold"/>
                <a:cs typeface="Source Sans Pro SemiBold"/>
                <a:sym typeface="Source Sans Pro SemiBold"/>
              </a:defRPr>
            </a:pPr>
            <a:r>
              <a:rPr lang="en-US" dirty="0"/>
              <a:t>Interracial marriage has increased consistently throughout the time period for many groups but has leveled off for unions involving East/Southeast Asian and American Indian/Alaska Native partners.</a:t>
            </a:r>
          </a:p>
          <a:p>
            <a:pPr marL="335284" indent="-335284" defTabSz="2935479">
              <a:lnSpc>
                <a:spcPct val="90000"/>
              </a:lnSpc>
              <a:spcBef>
                <a:spcPts val="1000"/>
              </a:spcBef>
              <a:buSzPct val="100000"/>
              <a:buChar char="•"/>
              <a:defRPr sz="2178" b="1">
                <a:solidFill>
                  <a:srgbClr val="2C365E"/>
                </a:solidFill>
                <a:latin typeface="Source Sans Pro SemiBold"/>
                <a:ea typeface="Source Sans Pro SemiBold"/>
                <a:cs typeface="Source Sans Pro SemiBold"/>
                <a:sym typeface="Source Sans Pro SemiBold"/>
              </a:defRPr>
            </a:pPr>
            <a:r>
              <a:rPr lang="en-US" dirty="0"/>
              <a:t>Interracial marriage has grown the fastest for marriages involving a Black partner, but from the lowest initial rates, leading to overall convergence in the likelihood of interracial marriage across different pairings.</a:t>
            </a:r>
          </a:p>
          <a:p>
            <a:pPr marL="335284" indent="-335284" defTabSz="2935479">
              <a:lnSpc>
                <a:spcPct val="90000"/>
              </a:lnSpc>
              <a:spcBef>
                <a:spcPts val="1000"/>
              </a:spcBef>
              <a:buSzPct val="100000"/>
              <a:buFontTx/>
              <a:buChar char="•"/>
              <a:defRPr sz="2178" b="1">
                <a:solidFill>
                  <a:srgbClr val="2C365E"/>
                </a:solidFill>
                <a:latin typeface="Source Sans Pro SemiBold"/>
                <a:ea typeface="Source Sans Pro SemiBold"/>
                <a:cs typeface="Source Sans Pro SemiBold"/>
                <a:sym typeface="Source Sans Pro SemiBold"/>
              </a:defRPr>
            </a:pPr>
            <a:r>
              <a:rPr lang="en-US" dirty="0"/>
              <a:t>The intermarriage patterns of Hispanic partners varies substantially by their chosen racial identification.</a:t>
            </a:r>
          </a:p>
          <a:p>
            <a:pPr marL="335284" indent="-335284" defTabSz="2935479">
              <a:lnSpc>
                <a:spcPct val="90000"/>
              </a:lnSpc>
              <a:spcBef>
                <a:spcPts val="1000"/>
              </a:spcBef>
              <a:buSzPct val="100000"/>
              <a:buChar char="•"/>
              <a:defRPr sz="2178" b="1">
                <a:solidFill>
                  <a:srgbClr val="2C365E"/>
                </a:solidFill>
                <a:latin typeface="Source Sans Pro SemiBold"/>
                <a:ea typeface="Source Sans Pro SemiBold"/>
                <a:cs typeface="Source Sans Pro SemiBold"/>
                <a:sym typeface="Source Sans Pro SemiBold"/>
              </a:defRPr>
            </a:pPr>
            <a:r>
              <a:rPr lang="en-US" dirty="0"/>
              <a:t>The change to multiracial reporting in 2000 did not substantially affect overall trends.</a:t>
            </a:r>
          </a:p>
        </p:txBody>
      </p:sp>
      <p:sp>
        <p:nvSpPr>
          <p:cNvPr id="321" name="Title 4"/>
          <p:cNvSpPr txBox="1"/>
          <p:nvPr/>
        </p:nvSpPr>
        <p:spPr>
          <a:xfrm>
            <a:off x="1124235" y="16637692"/>
            <a:ext cx="14244588" cy="4315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numCol="2" spcCol="712229">
            <a:normAutofit/>
          </a:bodyPr>
          <a:lstStyle/>
          <a:p>
            <a:pPr defTabSz="3082176">
              <a:lnSpc>
                <a:spcPct val="120000"/>
              </a:lnSpc>
              <a:spcBef>
                <a:spcPts val="800"/>
              </a:spcBef>
              <a:defRPr sz="2000">
                <a:solidFill>
                  <a:srgbClr val="2C365E"/>
                </a:solidFill>
                <a:latin typeface="Source Sans Pro Regular"/>
                <a:ea typeface="Source Sans Pro Regular"/>
                <a:cs typeface="Source Sans Pro Regular"/>
                <a:sym typeface="Source Sans Pro Regular"/>
              </a:defRPr>
            </a:pPr>
            <a:r>
              <a:rPr lang="en-US" dirty="0"/>
              <a:t>While scholars recognize that interracial marriage in the United States has grown exponentially since the 1960s,  our understanding of this trend for specific racial pairings is piecemeal and thin, owing to issues with data comparability and lack of information on marriage timing between 1980 and 2007. In this article, I use log-linear models of Census and American Community Survey data to analyze trends in interracial marriage from 1960 to 2023 across major single-race groups, as well as some important subgroups. Weights are applied to match the joint age distribution of currently married partners to the age distribution of newlyweds in the same time period. While the overall trend is one of exponential increase, important heterogeneity is visible when examining particular racial pairings or subgroups. Most notably, the likelihood of interracial marriage for East/Southeast Asian and American Indian/Alaska Native spouses plateaued by the end of the 20th century and has not continued to grow. On the other hand, the likelihood of interracial marriage for Black spouses, although far lower than any other group at the start of the period, has increased more rapidly than any other group.  Overall, these results indicate an ongoing transformation of group boundaries. </a:t>
            </a:r>
          </a:p>
        </p:txBody>
      </p:sp>
      <p:sp>
        <p:nvSpPr>
          <p:cNvPr id="324" name="Rectangle 15"/>
          <p:cNvSpPr/>
          <p:nvPr/>
        </p:nvSpPr>
        <p:spPr>
          <a:xfrm>
            <a:off x="16360011" y="16065996"/>
            <a:ext cx="27531189" cy="129788"/>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29" name="Title 4"/>
          <p:cNvSpPr txBox="1"/>
          <p:nvPr/>
        </p:nvSpPr>
        <p:spPr>
          <a:xfrm>
            <a:off x="1124235" y="22295796"/>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a:t>Methods</a:t>
            </a:r>
            <a:endParaRPr dirty="0"/>
          </a:p>
        </p:txBody>
      </p:sp>
      <p:sp>
        <p:nvSpPr>
          <p:cNvPr id="344" name="Title 4"/>
          <p:cNvSpPr txBox="1"/>
          <p:nvPr/>
        </p:nvSpPr>
        <p:spPr>
          <a:xfrm>
            <a:off x="17072690" y="846560"/>
            <a:ext cx="16006330" cy="21133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4400" dirty="0"/>
              <a:t>The likelihood of interracial marriage has increased exponentially for some pairings, but has leveled off for other pairings, creating some convergence over time.</a:t>
            </a:r>
            <a:endParaRPr sz="4400" dirty="0"/>
          </a:p>
        </p:txBody>
      </p:sp>
      <mc:AlternateContent xmlns:mc="http://schemas.openxmlformats.org/markup-compatibility/2006" xmlns:a14="http://schemas.microsoft.com/office/drawing/2010/main">
        <mc:Choice Requires="a14">
          <p:sp>
            <p:nvSpPr>
              <p:cNvPr id="374" name="Title 4"/>
              <p:cNvSpPr txBox="1"/>
              <p:nvPr/>
            </p:nvSpPr>
            <p:spPr>
              <a:xfrm>
                <a:off x="1100652" y="22873350"/>
                <a:ext cx="6324712" cy="9239161"/>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40639" tIns="40639" rIns="40639" bIns="40639">
                <a:normAutofit fontScale="92500" lnSpcReduction="10000"/>
              </a:bodyPr>
              <a:lstStyle/>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sz="2400" b="1" dirty="0"/>
                  <a:t>Odds Ratio</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dirty="0"/>
                  <a:t>Trends are estimated by the odds ratio between group A and B:</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𝐴𝐵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𝐹</m:t>
                              </m:r>
                            </m:e>
                            <m:sub>
                              <m:r>
                                <a:rPr lang="en-US" b="0" i="1" smtClean="0">
                                  <a:latin typeface="Cambria Math" panose="02040503050406030204" pitchFamily="18" charset="0"/>
                                </a:rPr>
                                <m:t>𝐵𝐴</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𝐴𝐴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𝐹</m:t>
                              </m:r>
                            </m:e>
                            <m:sub>
                              <m:r>
                                <a:rPr lang="en-US" b="0" i="1" smtClean="0">
                                  <a:latin typeface="Cambria Math" panose="02040503050406030204" pitchFamily="18" charset="0"/>
                                </a:rPr>
                                <m:t>𝐵𝐵</m:t>
                              </m:r>
                            </m:sub>
                          </m:sSub>
                        </m:den>
                      </m:f>
                    </m:oMath>
                  </m:oMathPara>
                </a14:m>
                <a:endParaRPr lang="en-US"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dirty="0"/>
                  <a:t>These odds ratios are estimated from a log-linear model that also accounts for state of residence. The odds ratio adjusts for differences in group size within each state. All figures are displayed on a logarithmic scale to account for large differences across pairings and time.</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dirty="0"/>
                  <a:t>For comparison, simple </a:t>
                </a:r>
                <a:r>
                  <a:rPr lang="en-US" dirty="0" err="1"/>
                  <a:t>outmarriage</a:t>
                </a:r>
                <a:r>
                  <a:rPr lang="en-US" dirty="0"/>
                  <a:t> rates are shown in the upper right, but these rates do not adjust for differences in group size.</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sz="2400" b="1" dirty="0"/>
                  <a:t>Data and Sample Restriction</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b="1"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dirty="0"/>
                  <a:t>Data come from the Census 1960, 1970, 1980, 1990, and 2000, and American Community Survey 2001-2023.</a:t>
                </a:r>
              </a:p>
              <a:p>
                <a:pPr defTabSz="3467405">
                  <a:lnSpc>
                    <a:spcPct val="120000"/>
                  </a:lnSpc>
                  <a:defRPr sz="2000">
                    <a:solidFill>
                      <a:srgbClr val="2C365E"/>
                    </a:solidFill>
                    <a:latin typeface="Source Sans Pro Regular"/>
                    <a:ea typeface="Source Sans Pro Regular"/>
                    <a:cs typeface="Source Sans Pro Regular"/>
                    <a:sym typeface="Source Sans Pro Regular"/>
                  </a:defRPr>
                </a:pPr>
                <a:endParaRPr lang="en-US" b="1" dirty="0"/>
              </a:p>
              <a:p>
                <a:pPr defTabSz="3467405">
                  <a:lnSpc>
                    <a:spcPct val="120000"/>
                  </a:lnSpc>
                  <a:defRPr sz="2000">
                    <a:solidFill>
                      <a:srgbClr val="2C365E"/>
                    </a:solidFill>
                    <a:latin typeface="Source Sans Pro Regular"/>
                    <a:ea typeface="Source Sans Pro Regular"/>
                    <a:cs typeface="Source Sans Pro Regular"/>
                    <a:sym typeface="Source Sans Pro Regular"/>
                  </a:defRPr>
                </a:pPr>
                <a:r>
                  <a:rPr lang="en-US" dirty="0"/>
                  <a:t>All currently married native-born couples are used for the analysis, but all couples are weighted to reflect the joint age distribution of newlywed couples in that time period. This joint age distribution is estimated from ACS data for 2007 onward, and from Vital Statistics reports in 1960, 1970, 1980,  and 1988. Between 1988 and 2007, interpolation is used.</a:t>
                </a:r>
              </a:p>
            </p:txBody>
          </p:sp>
        </mc:Choice>
        <mc:Fallback xmlns="">
          <p:sp>
            <p:nvSpPr>
              <p:cNvPr id="374" name="Title 4"/>
              <p:cNvSpPr txBox="1">
                <a:spLocks noRot="1" noChangeAspect="1" noMove="1" noResize="1" noEditPoints="1" noAdjustHandles="1" noChangeArrowheads="1" noChangeShapeType="1" noTextEdit="1"/>
              </p:cNvSpPr>
              <p:nvPr/>
            </p:nvSpPr>
            <p:spPr>
              <a:xfrm>
                <a:off x="1100652" y="22873350"/>
                <a:ext cx="6324712" cy="9239161"/>
              </a:xfrm>
              <a:prstGeom prst="rect">
                <a:avLst/>
              </a:prstGeom>
              <a:blipFill>
                <a:blip r:embed="rId2"/>
                <a:stretch>
                  <a:fillRect l="-2004" t="-274" r="-1804" b="-274"/>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
        <p:nvSpPr>
          <p:cNvPr id="415" name="Rectangle 15"/>
          <p:cNvSpPr/>
          <p:nvPr/>
        </p:nvSpPr>
        <p:spPr>
          <a:xfrm>
            <a:off x="469678" y="21285548"/>
            <a:ext cx="8322238" cy="56047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417" name="Rectangle 15"/>
          <p:cNvSpPr/>
          <p:nvPr/>
        </p:nvSpPr>
        <p:spPr>
          <a:xfrm rot="5400000">
            <a:off x="25809672" y="8210003"/>
            <a:ext cx="15535285" cy="176702"/>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418" name="Rectangle 15"/>
          <p:cNvSpPr/>
          <p:nvPr/>
        </p:nvSpPr>
        <p:spPr>
          <a:xfrm>
            <a:off x="16104271" y="26906919"/>
            <a:ext cx="13498493" cy="152270"/>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419" name="Rectangle 15"/>
          <p:cNvSpPr/>
          <p:nvPr/>
        </p:nvSpPr>
        <p:spPr>
          <a:xfrm>
            <a:off x="8210111" y="21297288"/>
            <a:ext cx="7762114" cy="56047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420" name="Rectangle 15"/>
          <p:cNvSpPr/>
          <p:nvPr/>
        </p:nvSpPr>
        <p:spPr>
          <a:xfrm rot="5400000">
            <a:off x="6789166" y="12237506"/>
            <a:ext cx="6728889" cy="561886"/>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421" name="Rectangle 15"/>
          <p:cNvSpPr/>
          <p:nvPr/>
        </p:nvSpPr>
        <p:spPr>
          <a:xfrm>
            <a:off x="590834" y="15414404"/>
            <a:ext cx="15579908" cy="560475"/>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pic>
        <p:nvPicPr>
          <p:cNvPr id="14" name="Picture 13">
            <a:extLst>
              <a:ext uri="{FF2B5EF4-FFF2-40B4-BE49-F238E27FC236}">
                <a16:creationId xmlns:a16="http://schemas.microsoft.com/office/drawing/2014/main" id="{0F8145EE-8E6C-04C6-2D03-6E9C70877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1041" y="6839273"/>
            <a:ext cx="1358900" cy="1358900"/>
          </a:xfrm>
          <a:prstGeom prst="rect">
            <a:avLst/>
          </a:prstGeom>
        </p:spPr>
      </p:pic>
      <p:sp>
        <p:nvSpPr>
          <p:cNvPr id="15" name="TextBox 14">
            <a:extLst>
              <a:ext uri="{FF2B5EF4-FFF2-40B4-BE49-F238E27FC236}">
                <a16:creationId xmlns:a16="http://schemas.microsoft.com/office/drawing/2014/main" id="{9A915392-227D-279E-D7D4-BF1C47D44661}"/>
              </a:ext>
            </a:extLst>
          </p:cNvPr>
          <p:cNvSpPr txBox="1"/>
          <p:nvPr/>
        </p:nvSpPr>
        <p:spPr>
          <a:xfrm>
            <a:off x="3002843" y="6821398"/>
            <a:ext cx="6973390" cy="13696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3500" b="1" dirty="0">
                <a:solidFill>
                  <a:schemeClr val="accent1">
                    <a:lumMod val="50000"/>
                  </a:schemeClr>
                </a:solidFill>
                <a:latin typeface="Source Sans Pro" panose="020B0503030403020204" pitchFamily="34" charset="0"/>
              </a:rPr>
              <a:t>Aaron Gullickson</a:t>
            </a:r>
          </a:p>
          <a:p>
            <a:pPr marL="0" marR="0" indent="0" algn="l" defTabSz="457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85000"/>
                    <a:lumOff val="15000"/>
                  </a:schemeClr>
                </a:solidFill>
                <a:effectLst/>
                <a:uFillTx/>
                <a:latin typeface="Source Sans Pro" panose="020B0503030403020204" pitchFamily="34" charset="0"/>
                <a:sym typeface="Helvetica"/>
              </a:rPr>
              <a:t>Department of Sociology, Univer</a:t>
            </a:r>
            <a:r>
              <a:rPr lang="en-US" sz="2400" dirty="0">
                <a:solidFill>
                  <a:schemeClr val="tx1">
                    <a:lumMod val="85000"/>
                    <a:lumOff val="15000"/>
                  </a:schemeClr>
                </a:solidFill>
                <a:latin typeface="Source Sans Pro" panose="020B0503030403020204" pitchFamily="34" charset="0"/>
              </a:rPr>
              <a:t>sity of Oregon</a:t>
            </a:r>
          </a:p>
          <a:p>
            <a:pPr marL="0" marR="0" indent="0" algn="l" defTabSz="457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err="1">
                <a:ln>
                  <a:noFill/>
                </a:ln>
                <a:solidFill>
                  <a:schemeClr val="tx1">
                    <a:lumMod val="85000"/>
                    <a:lumOff val="15000"/>
                  </a:schemeClr>
                </a:solidFill>
                <a:effectLst/>
                <a:uFillTx/>
                <a:latin typeface="Source Sans Pro" panose="020B0503030403020204" pitchFamily="34" charset="0"/>
                <a:sym typeface="Helvetica"/>
              </a:rPr>
              <a:t>aarong@uoregon.edu</a:t>
            </a:r>
            <a:endParaRPr kumimoji="0" lang="en-US" sz="2400" b="0" i="0" u="none" strike="noStrike" cap="none" spc="0" normalizeH="0" baseline="0" dirty="0">
              <a:ln>
                <a:noFill/>
              </a:ln>
              <a:solidFill>
                <a:schemeClr val="tx1">
                  <a:lumMod val="85000"/>
                  <a:lumOff val="15000"/>
                </a:schemeClr>
              </a:solidFill>
              <a:effectLst/>
              <a:uFillTx/>
              <a:latin typeface="Source Sans Pro" panose="020B0503030403020204" pitchFamily="34" charset="0"/>
              <a:sym typeface="Helvetica"/>
            </a:endParaRPr>
          </a:p>
        </p:txBody>
      </p:sp>
      <p:sp>
        <p:nvSpPr>
          <p:cNvPr id="17" name="Title 4">
            <a:extLst>
              <a:ext uri="{FF2B5EF4-FFF2-40B4-BE49-F238E27FC236}">
                <a16:creationId xmlns:a16="http://schemas.microsoft.com/office/drawing/2014/main" id="{B499C3A3-A368-98D8-96C3-1733C58E76AC}"/>
              </a:ext>
            </a:extLst>
          </p:cNvPr>
          <p:cNvSpPr txBox="1"/>
          <p:nvPr/>
        </p:nvSpPr>
        <p:spPr>
          <a:xfrm>
            <a:off x="1100652" y="16150489"/>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a:t>Abstract</a:t>
            </a:r>
            <a:endParaRPr dirty="0"/>
          </a:p>
        </p:txBody>
      </p:sp>
      <p:sp>
        <p:nvSpPr>
          <p:cNvPr id="18" name="Graphic 7">
            <a:extLst>
              <a:ext uri="{FF2B5EF4-FFF2-40B4-BE49-F238E27FC236}">
                <a16:creationId xmlns:a16="http://schemas.microsoft.com/office/drawing/2014/main" id="{559EB272-568F-1689-B198-C46796DB9C5F}"/>
              </a:ext>
            </a:extLst>
          </p:cNvPr>
          <p:cNvSpPr/>
          <p:nvPr/>
        </p:nvSpPr>
        <p:spPr>
          <a:xfrm>
            <a:off x="10902387" y="13825326"/>
            <a:ext cx="562090" cy="1097619"/>
          </a:xfrm>
          <a:custGeom>
            <a:avLst/>
            <a:gdLst>
              <a:gd name="connsiteX0" fmla="*/ 321256 w 2089376"/>
              <a:gd name="connsiteY0" fmla="*/ 0 h 3614056"/>
              <a:gd name="connsiteX1" fmla="*/ 0 w 2089376"/>
              <a:gd name="connsiteY1" fmla="*/ 321256 h 3614056"/>
              <a:gd name="connsiteX2" fmla="*/ 0 w 2089376"/>
              <a:gd name="connsiteY2" fmla="*/ 3292801 h 3614056"/>
              <a:gd name="connsiteX3" fmla="*/ 321256 w 2089376"/>
              <a:gd name="connsiteY3" fmla="*/ 3614057 h 3614056"/>
              <a:gd name="connsiteX4" fmla="*/ 1815047 w 2089376"/>
              <a:gd name="connsiteY4" fmla="*/ 3614057 h 3614056"/>
              <a:gd name="connsiteX5" fmla="*/ 2136303 w 2089376"/>
              <a:gd name="connsiteY5" fmla="*/ 3292801 h 3614056"/>
              <a:gd name="connsiteX6" fmla="*/ 2136303 w 2089376"/>
              <a:gd name="connsiteY6" fmla="*/ 321256 h 3614056"/>
              <a:gd name="connsiteX7" fmla="*/ 1815047 w 2089376"/>
              <a:gd name="connsiteY7" fmla="*/ 0 h 3614056"/>
              <a:gd name="connsiteX8" fmla="*/ 321256 w 2089376"/>
              <a:gd name="connsiteY8" fmla="*/ 0 h 3614056"/>
              <a:gd name="connsiteX9" fmla="*/ 889115 w 2089376"/>
              <a:gd name="connsiteY9" fmla="*/ 309397 h 3614056"/>
              <a:gd name="connsiteX10" fmla="*/ 1247302 w 2089376"/>
              <a:gd name="connsiteY10" fmla="*/ 309397 h 3614056"/>
              <a:gd name="connsiteX11" fmla="*/ 1289936 w 2089376"/>
              <a:gd name="connsiteY11" fmla="*/ 369650 h 3614056"/>
              <a:gd name="connsiteX12" fmla="*/ 1247302 w 2089376"/>
              <a:gd name="connsiteY12" fmla="*/ 429903 h 3614056"/>
              <a:gd name="connsiteX13" fmla="*/ 889115 w 2089376"/>
              <a:gd name="connsiteY13" fmla="*/ 429903 h 3614056"/>
              <a:gd name="connsiteX14" fmla="*/ 846480 w 2089376"/>
              <a:gd name="connsiteY14" fmla="*/ 369650 h 3614056"/>
              <a:gd name="connsiteX15" fmla="*/ 889115 w 2089376"/>
              <a:gd name="connsiteY15" fmla="*/ 309397 h 3614056"/>
              <a:gd name="connsiteX16" fmla="*/ 176468 w 2089376"/>
              <a:gd name="connsiteY16" fmla="*/ 738905 h 3614056"/>
              <a:gd name="connsiteX17" fmla="*/ 1959892 w 2089376"/>
              <a:gd name="connsiteY17" fmla="*/ 738905 h 3614056"/>
              <a:gd name="connsiteX18" fmla="*/ 1959892 w 2089376"/>
              <a:gd name="connsiteY18" fmla="*/ 2875208 h 3614056"/>
              <a:gd name="connsiteX19" fmla="*/ 176468 w 2089376"/>
              <a:gd name="connsiteY19" fmla="*/ 2875208 h 3614056"/>
              <a:gd name="connsiteX20" fmla="*/ 176468 w 2089376"/>
              <a:gd name="connsiteY20" fmla="*/ 738905 h 3614056"/>
              <a:gd name="connsiteX21" fmla="*/ 1068180 w 2089376"/>
              <a:gd name="connsiteY21" fmla="*/ 3045747 h 3614056"/>
              <a:gd name="connsiteX22" fmla="*/ 1068180 w 2089376"/>
              <a:gd name="connsiteY22" fmla="*/ 3045747 h 3614056"/>
              <a:gd name="connsiteX23" fmla="*/ 1267066 w 2089376"/>
              <a:gd name="connsiteY23" fmla="*/ 3244633 h 3614056"/>
              <a:gd name="connsiteX24" fmla="*/ 1267066 w 2089376"/>
              <a:gd name="connsiteY24" fmla="*/ 3244633 h 3614056"/>
              <a:gd name="connsiteX25" fmla="*/ 1267066 w 2089376"/>
              <a:gd name="connsiteY25" fmla="*/ 3244633 h 3614056"/>
              <a:gd name="connsiteX26" fmla="*/ 1267066 w 2089376"/>
              <a:gd name="connsiteY26" fmla="*/ 3244633 h 3614056"/>
              <a:gd name="connsiteX27" fmla="*/ 1068180 w 2089376"/>
              <a:gd name="connsiteY27" fmla="*/ 3443519 h 3614056"/>
              <a:gd name="connsiteX28" fmla="*/ 1068180 w 2089376"/>
              <a:gd name="connsiteY28" fmla="*/ 3443519 h 3614056"/>
              <a:gd name="connsiteX29" fmla="*/ 1068180 w 2089376"/>
              <a:gd name="connsiteY29" fmla="*/ 3443519 h 3614056"/>
              <a:gd name="connsiteX30" fmla="*/ 1068180 w 2089376"/>
              <a:gd name="connsiteY30" fmla="*/ 3443519 h 3614056"/>
              <a:gd name="connsiteX31" fmla="*/ 869294 w 2089376"/>
              <a:gd name="connsiteY31" fmla="*/ 3244633 h 3614056"/>
              <a:gd name="connsiteX32" fmla="*/ 869294 w 2089376"/>
              <a:gd name="connsiteY32" fmla="*/ 3244633 h 3614056"/>
              <a:gd name="connsiteX33" fmla="*/ 869294 w 2089376"/>
              <a:gd name="connsiteY33" fmla="*/ 3244633 h 3614056"/>
              <a:gd name="connsiteX34" fmla="*/ 869294 w 2089376"/>
              <a:gd name="connsiteY34" fmla="*/ 3244633 h 3614056"/>
              <a:gd name="connsiteX35" fmla="*/ 1068180 w 2089376"/>
              <a:gd name="connsiteY35" fmla="*/ 3045747 h 3614056"/>
              <a:gd name="connsiteX36" fmla="*/ 1068180 w 2089376"/>
              <a:gd name="connsiteY36" fmla="*/ 3045747 h 3614056"/>
              <a:gd name="connsiteX37" fmla="*/ 1068180 w 2089376"/>
              <a:gd name="connsiteY37" fmla="*/ 3045747 h 361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89376" h="3614056">
                <a:moveTo>
                  <a:pt x="321256" y="0"/>
                </a:moveTo>
                <a:cubicBezTo>
                  <a:pt x="144562" y="0"/>
                  <a:pt x="0" y="144562"/>
                  <a:pt x="0" y="321256"/>
                </a:cubicBezTo>
                <a:lnTo>
                  <a:pt x="0" y="3292801"/>
                </a:lnTo>
                <a:cubicBezTo>
                  <a:pt x="0" y="3469495"/>
                  <a:pt x="144562" y="3614057"/>
                  <a:pt x="321256" y="3614057"/>
                </a:cubicBezTo>
                <a:lnTo>
                  <a:pt x="1815047" y="3614057"/>
                </a:lnTo>
                <a:cubicBezTo>
                  <a:pt x="1991741" y="3614057"/>
                  <a:pt x="2136303" y="3469495"/>
                  <a:pt x="2136303" y="3292801"/>
                </a:cubicBezTo>
                <a:lnTo>
                  <a:pt x="2136303" y="321256"/>
                </a:lnTo>
                <a:cubicBezTo>
                  <a:pt x="2136303" y="144562"/>
                  <a:pt x="1991741" y="0"/>
                  <a:pt x="1815047" y="0"/>
                </a:cubicBezTo>
                <a:lnTo>
                  <a:pt x="321256" y="0"/>
                </a:lnTo>
                <a:close/>
                <a:moveTo>
                  <a:pt x="889115" y="309397"/>
                </a:moveTo>
                <a:lnTo>
                  <a:pt x="1247302" y="309397"/>
                </a:lnTo>
                <a:cubicBezTo>
                  <a:pt x="1270849" y="309397"/>
                  <a:pt x="1289936" y="336390"/>
                  <a:pt x="1289936" y="369650"/>
                </a:cubicBezTo>
                <a:cubicBezTo>
                  <a:pt x="1289936" y="402911"/>
                  <a:pt x="1270849" y="429903"/>
                  <a:pt x="1247302" y="429903"/>
                </a:cubicBezTo>
                <a:lnTo>
                  <a:pt x="889115" y="429903"/>
                </a:lnTo>
                <a:cubicBezTo>
                  <a:pt x="865567" y="429903"/>
                  <a:pt x="846480" y="402911"/>
                  <a:pt x="846480" y="369650"/>
                </a:cubicBezTo>
                <a:cubicBezTo>
                  <a:pt x="846480" y="336390"/>
                  <a:pt x="865567" y="309397"/>
                  <a:pt x="889115" y="309397"/>
                </a:cubicBezTo>
                <a:close/>
                <a:moveTo>
                  <a:pt x="176468" y="738905"/>
                </a:moveTo>
                <a:lnTo>
                  <a:pt x="1959892" y="738905"/>
                </a:lnTo>
                <a:lnTo>
                  <a:pt x="1959892" y="2875208"/>
                </a:lnTo>
                <a:lnTo>
                  <a:pt x="176468" y="2875208"/>
                </a:lnTo>
                <a:lnTo>
                  <a:pt x="176468" y="738905"/>
                </a:lnTo>
                <a:close/>
                <a:moveTo>
                  <a:pt x="1068180" y="3045747"/>
                </a:moveTo>
                <a:cubicBezTo>
                  <a:pt x="1068180" y="3045747"/>
                  <a:pt x="1068180" y="3045747"/>
                  <a:pt x="1068180" y="3045747"/>
                </a:cubicBezTo>
                <a:cubicBezTo>
                  <a:pt x="1178013" y="3045747"/>
                  <a:pt x="1267066" y="3134799"/>
                  <a:pt x="1267066" y="3244633"/>
                </a:cubicBezTo>
                <a:cubicBezTo>
                  <a:pt x="1267066" y="3244633"/>
                  <a:pt x="1267066" y="3244633"/>
                  <a:pt x="1267066" y="3244633"/>
                </a:cubicBezTo>
                <a:lnTo>
                  <a:pt x="1267066" y="3244633"/>
                </a:lnTo>
                <a:cubicBezTo>
                  <a:pt x="1267066" y="3244633"/>
                  <a:pt x="1267066" y="3244633"/>
                  <a:pt x="1267066" y="3244633"/>
                </a:cubicBezTo>
                <a:cubicBezTo>
                  <a:pt x="1267066" y="3354466"/>
                  <a:pt x="1178013" y="3443519"/>
                  <a:pt x="1068180" y="3443519"/>
                </a:cubicBezTo>
                <a:cubicBezTo>
                  <a:pt x="1068180" y="3443519"/>
                  <a:pt x="1068180" y="3443519"/>
                  <a:pt x="1068180" y="3443519"/>
                </a:cubicBezTo>
                <a:lnTo>
                  <a:pt x="1068180" y="3443519"/>
                </a:lnTo>
                <a:cubicBezTo>
                  <a:pt x="1068180" y="3443519"/>
                  <a:pt x="1068180" y="3443519"/>
                  <a:pt x="1068180" y="3443519"/>
                </a:cubicBezTo>
                <a:cubicBezTo>
                  <a:pt x="958346" y="3443519"/>
                  <a:pt x="869294" y="3354466"/>
                  <a:pt x="869294" y="3244633"/>
                </a:cubicBezTo>
                <a:cubicBezTo>
                  <a:pt x="869294" y="3244633"/>
                  <a:pt x="869294" y="3244633"/>
                  <a:pt x="869294" y="3244633"/>
                </a:cubicBezTo>
                <a:lnTo>
                  <a:pt x="869294" y="3244633"/>
                </a:lnTo>
                <a:cubicBezTo>
                  <a:pt x="869294" y="3244633"/>
                  <a:pt x="869294" y="3244633"/>
                  <a:pt x="869294" y="3244633"/>
                </a:cubicBezTo>
                <a:cubicBezTo>
                  <a:pt x="869294" y="3134799"/>
                  <a:pt x="958346" y="3045747"/>
                  <a:pt x="1068180" y="3045747"/>
                </a:cubicBezTo>
                <a:cubicBezTo>
                  <a:pt x="1068180" y="3045747"/>
                  <a:pt x="1068180" y="3045747"/>
                  <a:pt x="1068180" y="3045747"/>
                </a:cubicBezTo>
                <a:lnTo>
                  <a:pt x="1068180" y="3045747"/>
                </a:lnTo>
                <a:close/>
              </a:path>
            </a:pathLst>
          </a:custGeom>
          <a:solidFill>
            <a:schemeClr val="tx1"/>
          </a:solidFill>
          <a:ln w="56406" cap="flat">
            <a:noFill/>
            <a:prstDash val="solid"/>
            <a:miter/>
          </a:ln>
        </p:spPr>
        <p:txBody>
          <a:bodyPr rtlCol="0" anchor="ctr"/>
          <a:lstStyle/>
          <a:p>
            <a:endParaRPr lang="en-US">
              <a:solidFill>
                <a:schemeClr val="bg1">
                  <a:lumMod val="85000"/>
                </a:schemeClr>
              </a:solidFill>
            </a:endParaRPr>
          </a:p>
        </p:txBody>
      </p:sp>
      <p:sp>
        <p:nvSpPr>
          <p:cNvPr id="21" name="Title 4">
            <a:extLst>
              <a:ext uri="{FF2B5EF4-FFF2-40B4-BE49-F238E27FC236}">
                <a16:creationId xmlns:a16="http://schemas.microsoft.com/office/drawing/2014/main" id="{BBB1A629-2A96-C8FF-298F-F61C6A7E6C39}"/>
              </a:ext>
            </a:extLst>
          </p:cNvPr>
          <p:cNvSpPr txBox="1"/>
          <p:nvPr/>
        </p:nvSpPr>
        <p:spPr>
          <a:xfrm>
            <a:off x="11684973" y="13577471"/>
            <a:ext cx="4020442" cy="1593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0639" tIns="40639" rIns="40639" bIns="40639">
            <a:noAutofit/>
          </a:bodyPr>
          <a:lstStyle/>
          <a:p>
            <a:pPr defTabSz="2965131">
              <a:defRPr sz="2700" b="1">
                <a:solidFill>
                  <a:srgbClr val="2C365E"/>
                </a:solidFill>
                <a:latin typeface="SourceSansPro-SemiBold"/>
                <a:ea typeface="SourceSansPro-SemiBold"/>
                <a:cs typeface="SourceSansPro-SemiBold"/>
                <a:sym typeface="SourceSansPro-SemiBold"/>
              </a:defRPr>
            </a:pPr>
            <a:r>
              <a:rPr lang="en-US" sz="3200" dirty="0"/>
              <a:t>Take a picture to download the full paper</a:t>
            </a:r>
            <a:endParaRPr sz="3200" dirty="0"/>
          </a:p>
        </p:txBody>
      </p:sp>
      <p:sp>
        <p:nvSpPr>
          <p:cNvPr id="2" name="Rectangle 15">
            <a:extLst>
              <a:ext uri="{FF2B5EF4-FFF2-40B4-BE49-F238E27FC236}">
                <a16:creationId xmlns:a16="http://schemas.microsoft.com/office/drawing/2014/main" id="{C3BA83B7-8571-7415-AA2B-27982B67379A}"/>
              </a:ext>
            </a:extLst>
          </p:cNvPr>
          <p:cNvSpPr/>
          <p:nvPr/>
        </p:nvSpPr>
        <p:spPr>
          <a:xfrm rot="5400000" flipV="1">
            <a:off x="21351308" y="24231385"/>
            <a:ext cx="16467718" cy="136940"/>
          </a:xfrm>
          <a:prstGeom prst="rect">
            <a:avLst/>
          </a:prstGeom>
          <a:solidFill>
            <a:srgbClr val="FFFFFF"/>
          </a:solidFill>
          <a:ln w="12700">
            <a:miter lim="400000"/>
          </a:ln>
        </p:spPr>
        <p:txBody>
          <a:bodyPr lIns="45718" tIns="45718" rIns="45718" bIns="45718" anchor="ctr"/>
          <a:lstStyle/>
          <a:p>
            <a:pPr>
              <a:defRPr sz="1600">
                <a:solidFill>
                  <a:srgbClr val="FFFFFF"/>
                </a:solidFill>
                <a:latin typeface="+mj-lt"/>
                <a:ea typeface="+mj-ea"/>
                <a:cs typeface="+mj-cs"/>
                <a:sym typeface="Calibri"/>
              </a:defRPr>
            </a:pPr>
            <a:endParaRPr/>
          </a:p>
        </p:txBody>
      </p:sp>
      <p:sp>
        <p:nvSpPr>
          <p:cNvPr id="3" name="Title 4">
            <a:extLst>
              <a:ext uri="{FF2B5EF4-FFF2-40B4-BE49-F238E27FC236}">
                <a16:creationId xmlns:a16="http://schemas.microsoft.com/office/drawing/2014/main" id="{9619904A-BB6F-68A3-0C93-B085B53AD21C}"/>
              </a:ext>
            </a:extLst>
          </p:cNvPr>
          <p:cNvSpPr txBox="1"/>
          <p:nvPr/>
        </p:nvSpPr>
        <p:spPr>
          <a:xfrm>
            <a:off x="16911684" y="16499473"/>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a:t>Trends for Multiracial Partners</a:t>
            </a:r>
            <a:endParaRPr dirty="0"/>
          </a:p>
        </p:txBody>
      </p:sp>
      <p:sp>
        <p:nvSpPr>
          <p:cNvPr id="4" name="Title 4">
            <a:extLst>
              <a:ext uri="{FF2B5EF4-FFF2-40B4-BE49-F238E27FC236}">
                <a16:creationId xmlns:a16="http://schemas.microsoft.com/office/drawing/2014/main" id="{45E52F63-E895-15D6-1694-712DEBE0FCD1}"/>
              </a:ext>
            </a:extLst>
          </p:cNvPr>
          <p:cNvSpPr txBox="1"/>
          <p:nvPr/>
        </p:nvSpPr>
        <p:spPr>
          <a:xfrm>
            <a:off x="29706396" y="16396080"/>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err="1"/>
              <a:t>Panethnic</a:t>
            </a:r>
            <a:r>
              <a:rPr lang="en-US" dirty="0"/>
              <a:t> Group Heterogeneity</a:t>
            </a:r>
            <a:endParaRPr dirty="0"/>
          </a:p>
        </p:txBody>
      </p:sp>
      <p:sp>
        <p:nvSpPr>
          <p:cNvPr id="6" name="Title 4">
            <a:extLst>
              <a:ext uri="{FF2B5EF4-FFF2-40B4-BE49-F238E27FC236}">
                <a16:creationId xmlns:a16="http://schemas.microsoft.com/office/drawing/2014/main" id="{E9F14943-792C-AE4E-521D-B9A1D254B9A0}"/>
              </a:ext>
            </a:extLst>
          </p:cNvPr>
          <p:cNvSpPr txBox="1"/>
          <p:nvPr/>
        </p:nvSpPr>
        <p:spPr>
          <a:xfrm>
            <a:off x="33920029" y="878758"/>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err="1"/>
              <a:t>Outmarriage</a:t>
            </a:r>
            <a:r>
              <a:rPr lang="en-US" dirty="0"/>
              <a:t> Rates</a:t>
            </a:r>
            <a:endParaRPr dirty="0"/>
          </a:p>
        </p:txBody>
      </p:sp>
      <p:sp>
        <p:nvSpPr>
          <p:cNvPr id="8" name="Title 4">
            <a:extLst>
              <a:ext uri="{FF2B5EF4-FFF2-40B4-BE49-F238E27FC236}">
                <a16:creationId xmlns:a16="http://schemas.microsoft.com/office/drawing/2014/main" id="{CFCDC76B-1853-D7DF-2A8E-5069FA0BFBD4}"/>
              </a:ext>
            </a:extLst>
          </p:cNvPr>
          <p:cNvSpPr txBox="1"/>
          <p:nvPr/>
        </p:nvSpPr>
        <p:spPr>
          <a:xfrm>
            <a:off x="33920027" y="6380359"/>
            <a:ext cx="9114149" cy="13747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2800" dirty="0"/>
              <a:t>One in six couples  are now racially exogamous. Large differences by the race of partner are strongly affected by group size differences.</a:t>
            </a:r>
            <a:endParaRPr sz="2800" dirty="0"/>
          </a:p>
        </p:txBody>
      </p:sp>
      <p:pic>
        <p:nvPicPr>
          <p:cNvPr id="10" name="Picture 9">
            <a:extLst>
              <a:ext uri="{FF2B5EF4-FFF2-40B4-BE49-F238E27FC236}">
                <a16:creationId xmlns:a16="http://schemas.microsoft.com/office/drawing/2014/main" id="{EAA307B2-1857-7759-A17F-538BE65FA676}"/>
              </a:ext>
            </a:extLst>
          </p:cNvPr>
          <p:cNvPicPr>
            <a:picLocks noChangeAspect="1"/>
          </p:cNvPicPr>
          <p:nvPr/>
        </p:nvPicPr>
        <p:blipFill>
          <a:blip r:embed="rId4"/>
          <a:stretch>
            <a:fillRect/>
          </a:stretch>
        </p:blipFill>
        <p:spPr>
          <a:xfrm>
            <a:off x="33920028" y="1572641"/>
            <a:ext cx="9114148" cy="4767400"/>
          </a:xfrm>
          <a:prstGeom prst="rect">
            <a:avLst/>
          </a:prstGeom>
        </p:spPr>
      </p:pic>
      <p:pic>
        <p:nvPicPr>
          <p:cNvPr id="16" name="Picture 15">
            <a:extLst>
              <a:ext uri="{FF2B5EF4-FFF2-40B4-BE49-F238E27FC236}">
                <a16:creationId xmlns:a16="http://schemas.microsoft.com/office/drawing/2014/main" id="{EA6D2104-6DE4-C3B2-6F28-2E0434FE6733}"/>
              </a:ext>
            </a:extLst>
          </p:cNvPr>
          <p:cNvPicPr>
            <a:picLocks noChangeAspect="1"/>
          </p:cNvPicPr>
          <p:nvPr/>
        </p:nvPicPr>
        <p:blipFill>
          <a:blip r:embed="rId5"/>
          <a:stretch>
            <a:fillRect/>
          </a:stretch>
        </p:blipFill>
        <p:spPr>
          <a:xfrm>
            <a:off x="33920027" y="7846503"/>
            <a:ext cx="8868273" cy="8197357"/>
          </a:xfrm>
          <a:prstGeom prst="rect">
            <a:avLst/>
          </a:prstGeom>
        </p:spPr>
      </p:pic>
      <p:sp>
        <p:nvSpPr>
          <p:cNvPr id="30" name="Title 4">
            <a:extLst>
              <a:ext uri="{FF2B5EF4-FFF2-40B4-BE49-F238E27FC236}">
                <a16:creationId xmlns:a16="http://schemas.microsoft.com/office/drawing/2014/main" id="{258B34FB-E473-1D4E-EF20-7B7A53E83E57}"/>
              </a:ext>
            </a:extLst>
          </p:cNvPr>
          <p:cNvSpPr txBox="1"/>
          <p:nvPr/>
        </p:nvSpPr>
        <p:spPr>
          <a:xfrm>
            <a:off x="17239753" y="25189077"/>
            <a:ext cx="11690298" cy="13747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2800" dirty="0"/>
              <a:t>White-Black and White-API spouses are about equally likely to marry a partner of one of their component races, but that is not true of White-AIAN spouses who are much more likely to marry White partners.</a:t>
            </a:r>
            <a:endParaRPr sz="2800" dirty="0"/>
          </a:p>
        </p:txBody>
      </p:sp>
      <p:pic>
        <p:nvPicPr>
          <p:cNvPr id="32" name="Picture 31">
            <a:extLst>
              <a:ext uri="{FF2B5EF4-FFF2-40B4-BE49-F238E27FC236}">
                <a16:creationId xmlns:a16="http://schemas.microsoft.com/office/drawing/2014/main" id="{585B72DE-C75B-CD16-E7B2-5DECD53FC6D6}"/>
              </a:ext>
            </a:extLst>
          </p:cNvPr>
          <p:cNvPicPr>
            <a:picLocks noChangeAspect="1"/>
          </p:cNvPicPr>
          <p:nvPr/>
        </p:nvPicPr>
        <p:blipFill>
          <a:blip r:embed="rId6"/>
          <a:stretch>
            <a:fillRect/>
          </a:stretch>
        </p:blipFill>
        <p:spPr>
          <a:xfrm>
            <a:off x="16911684" y="17228075"/>
            <a:ext cx="12120494" cy="8062762"/>
          </a:xfrm>
          <a:prstGeom prst="rect">
            <a:avLst/>
          </a:prstGeom>
        </p:spPr>
      </p:pic>
      <p:sp>
        <p:nvSpPr>
          <p:cNvPr id="38" name="Title 4">
            <a:extLst>
              <a:ext uri="{FF2B5EF4-FFF2-40B4-BE49-F238E27FC236}">
                <a16:creationId xmlns:a16="http://schemas.microsoft.com/office/drawing/2014/main" id="{219E0B74-FA8E-EC6C-4087-BAB85F14AD5E}"/>
              </a:ext>
            </a:extLst>
          </p:cNvPr>
          <p:cNvSpPr txBox="1"/>
          <p:nvPr/>
        </p:nvSpPr>
        <p:spPr>
          <a:xfrm>
            <a:off x="30125604" y="23615662"/>
            <a:ext cx="12955285" cy="9438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2800" dirty="0"/>
              <a:t>The racial identification of Hispanic spouses strongly predicts the race of different-race partners.</a:t>
            </a:r>
            <a:endParaRPr sz="2800" dirty="0"/>
          </a:p>
        </p:txBody>
      </p:sp>
      <p:sp>
        <p:nvSpPr>
          <p:cNvPr id="39" name="Title 4">
            <a:extLst>
              <a:ext uri="{FF2B5EF4-FFF2-40B4-BE49-F238E27FC236}">
                <a16:creationId xmlns:a16="http://schemas.microsoft.com/office/drawing/2014/main" id="{93981C8F-197B-A703-7FCF-CEAD42215274}"/>
              </a:ext>
            </a:extLst>
          </p:cNvPr>
          <p:cNvSpPr txBox="1"/>
          <p:nvPr/>
        </p:nvSpPr>
        <p:spPr>
          <a:xfrm>
            <a:off x="29965824" y="31278171"/>
            <a:ext cx="12955285" cy="5129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2800" dirty="0"/>
              <a:t>Asian subgroups have very different trends of interracial marriage over time.</a:t>
            </a:r>
            <a:endParaRPr sz="2800" dirty="0"/>
          </a:p>
        </p:txBody>
      </p:sp>
      <p:pic>
        <p:nvPicPr>
          <p:cNvPr id="43" name="Picture 42">
            <a:extLst>
              <a:ext uri="{FF2B5EF4-FFF2-40B4-BE49-F238E27FC236}">
                <a16:creationId xmlns:a16="http://schemas.microsoft.com/office/drawing/2014/main" id="{D0F74C89-E0E3-1C52-9244-1EEE1D034ACD}"/>
              </a:ext>
            </a:extLst>
          </p:cNvPr>
          <p:cNvPicPr>
            <a:picLocks noChangeAspect="1"/>
          </p:cNvPicPr>
          <p:nvPr/>
        </p:nvPicPr>
        <p:blipFill>
          <a:blip r:embed="rId7"/>
          <a:stretch>
            <a:fillRect/>
          </a:stretch>
        </p:blipFill>
        <p:spPr>
          <a:xfrm>
            <a:off x="30125604" y="16941197"/>
            <a:ext cx="13075347" cy="6775523"/>
          </a:xfrm>
          <a:prstGeom prst="rect">
            <a:avLst/>
          </a:prstGeom>
        </p:spPr>
      </p:pic>
      <p:pic>
        <p:nvPicPr>
          <p:cNvPr id="45" name="Picture 44">
            <a:extLst>
              <a:ext uri="{FF2B5EF4-FFF2-40B4-BE49-F238E27FC236}">
                <a16:creationId xmlns:a16="http://schemas.microsoft.com/office/drawing/2014/main" id="{0A671415-97E7-B817-5ABA-6C7C709EEA0F}"/>
              </a:ext>
            </a:extLst>
          </p:cNvPr>
          <p:cNvPicPr>
            <a:picLocks noChangeAspect="1"/>
          </p:cNvPicPr>
          <p:nvPr/>
        </p:nvPicPr>
        <p:blipFill>
          <a:blip r:embed="rId8"/>
          <a:stretch>
            <a:fillRect/>
          </a:stretch>
        </p:blipFill>
        <p:spPr>
          <a:xfrm>
            <a:off x="30125604" y="24574289"/>
            <a:ext cx="12908572" cy="6689101"/>
          </a:xfrm>
          <a:prstGeom prst="rect">
            <a:avLst/>
          </a:prstGeom>
        </p:spPr>
      </p:pic>
      <p:sp>
        <p:nvSpPr>
          <p:cNvPr id="48" name="Title 4">
            <a:extLst>
              <a:ext uri="{FF2B5EF4-FFF2-40B4-BE49-F238E27FC236}">
                <a16:creationId xmlns:a16="http://schemas.microsoft.com/office/drawing/2014/main" id="{C0B898B0-C6B5-B76C-F595-B3343A14F8E7}"/>
              </a:ext>
            </a:extLst>
          </p:cNvPr>
          <p:cNvSpPr txBox="1"/>
          <p:nvPr/>
        </p:nvSpPr>
        <p:spPr>
          <a:xfrm>
            <a:off x="16798596" y="27291781"/>
            <a:ext cx="5471429" cy="560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0639" tIns="40639" rIns="40639" bIns="40639">
            <a:normAutofit/>
          </a:bodyPr>
          <a:lstStyle>
            <a:lvl1pPr defTabSz="2653222">
              <a:lnSpc>
                <a:spcPct val="90000"/>
              </a:lnSpc>
              <a:spcBef>
                <a:spcPts val="1200"/>
              </a:spcBef>
              <a:defRPr sz="2976" b="1">
                <a:solidFill>
                  <a:srgbClr val="2C365E"/>
                </a:solidFill>
                <a:latin typeface="Source Sans Pro"/>
                <a:ea typeface="Source Sans Pro"/>
                <a:cs typeface="Source Sans Pro"/>
                <a:sym typeface="Source Sans Pro"/>
              </a:defRPr>
            </a:lvl1pPr>
          </a:lstStyle>
          <a:p>
            <a:r>
              <a:rPr lang="en-US" dirty="0"/>
              <a:t>Robustness Checks</a:t>
            </a:r>
            <a:endParaRPr dirty="0"/>
          </a:p>
        </p:txBody>
      </p:sp>
      <p:pic>
        <p:nvPicPr>
          <p:cNvPr id="55" name="Picture 54">
            <a:extLst>
              <a:ext uri="{FF2B5EF4-FFF2-40B4-BE49-F238E27FC236}">
                <a16:creationId xmlns:a16="http://schemas.microsoft.com/office/drawing/2014/main" id="{609D26C2-3E05-9E18-E101-1A54AD996B8E}"/>
              </a:ext>
            </a:extLst>
          </p:cNvPr>
          <p:cNvPicPr>
            <a:picLocks noChangeAspect="1"/>
          </p:cNvPicPr>
          <p:nvPr/>
        </p:nvPicPr>
        <p:blipFill>
          <a:blip r:embed="rId9"/>
          <a:stretch>
            <a:fillRect/>
          </a:stretch>
        </p:blipFill>
        <p:spPr>
          <a:xfrm>
            <a:off x="16654111" y="27717880"/>
            <a:ext cx="6159500" cy="4508500"/>
          </a:xfrm>
          <a:prstGeom prst="rect">
            <a:avLst/>
          </a:prstGeom>
        </p:spPr>
      </p:pic>
      <p:pic>
        <p:nvPicPr>
          <p:cNvPr id="59" name="Picture 58">
            <a:extLst>
              <a:ext uri="{FF2B5EF4-FFF2-40B4-BE49-F238E27FC236}">
                <a16:creationId xmlns:a16="http://schemas.microsoft.com/office/drawing/2014/main" id="{07CBE50E-D33D-D42E-0DDB-9B83E3E4ADAD}"/>
              </a:ext>
            </a:extLst>
          </p:cNvPr>
          <p:cNvPicPr>
            <a:picLocks noChangeAspect="1"/>
          </p:cNvPicPr>
          <p:nvPr/>
        </p:nvPicPr>
        <p:blipFill>
          <a:blip r:embed="rId10"/>
          <a:stretch>
            <a:fillRect/>
          </a:stretch>
        </p:blipFill>
        <p:spPr>
          <a:xfrm>
            <a:off x="22872678" y="27717880"/>
            <a:ext cx="6159500" cy="4508500"/>
          </a:xfrm>
          <a:prstGeom prst="rect">
            <a:avLst/>
          </a:prstGeom>
        </p:spPr>
      </p:pic>
      <p:sp>
        <p:nvSpPr>
          <p:cNvPr id="258" name="Title 4">
            <a:extLst>
              <a:ext uri="{FF2B5EF4-FFF2-40B4-BE49-F238E27FC236}">
                <a16:creationId xmlns:a16="http://schemas.microsoft.com/office/drawing/2014/main" id="{EE4BDC9F-FC6C-941A-C025-9419AB62D669}"/>
              </a:ext>
            </a:extLst>
          </p:cNvPr>
          <p:cNvSpPr txBox="1"/>
          <p:nvPr/>
        </p:nvSpPr>
        <p:spPr>
          <a:xfrm>
            <a:off x="7621945" y="22240628"/>
            <a:ext cx="8216293" cy="574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1600" dirty="0"/>
              <a:t>Histogram shows the distribution of husband’s age in 2008, before and after age weighting, with actual distribution of newlywed husbands shown by dotted line.</a:t>
            </a:r>
            <a:endParaRPr sz="1600" dirty="0"/>
          </a:p>
        </p:txBody>
      </p:sp>
      <p:sp>
        <p:nvSpPr>
          <p:cNvPr id="259" name="Title 4">
            <a:extLst>
              <a:ext uri="{FF2B5EF4-FFF2-40B4-BE49-F238E27FC236}">
                <a16:creationId xmlns:a16="http://schemas.microsoft.com/office/drawing/2014/main" id="{594BE322-D73C-95B0-CC5E-306354740B39}"/>
              </a:ext>
            </a:extLst>
          </p:cNvPr>
          <p:cNvSpPr txBox="1"/>
          <p:nvPr/>
        </p:nvSpPr>
        <p:spPr>
          <a:xfrm>
            <a:off x="7645718" y="27078789"/>
            <a:ext cx="8216293" cy="574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0639" tIns="40639" rIns="40639" bIns="40639">
            <a:spAutoFit/>
          </a:bodyPr>
          <a:lstStyle/>
          <a:p>
            <a:pPr defTabSz="2653012">
              <a:defRPr sz="2800" b="1">
                <a:solidFill>
                  <a:srgbClr val="2C365E"/>
                </a:solidFill>
                <a:latin typeface="Source Sans Pro SemiBold"/>
                <a:ea typeface="Source Sans Pro SemiBold"/>
                <a:cs typeface="Source Sans Pro SemiBold"/>
                <a:sym typeface="Source Sans Pro SemiBold"/>
              </a:defRPr>
            </a:pPr>
            <a:r>
              <a:rPr lang="en-US" sz="1600" dirty="0"/>
              <a:t>A comparison of age-weighted results to those for newlyweds indicates a close fit, although age-weighted results are somewhat higher.</a:t>
            </a:r>
            <a:endParaRPr sz="1600" dirty="0"/>
          </a:p>
        </p:txBody>
      </p:sp>
      <p:pic>
        <p:nvPicPr>
          <p:cNvPr id="264" name="Picture 263">
            <a:extLst>
              <a:ext uri="{FF2B5EF4-FFF2-40B4-BE49-F238E27FC236}">
                <a16:creationId xmlns:a16="http://schemas.microsoft.com/office/drawing/2014/main" id="{6869ECFB-D9E2-09D1-3FAC-43B41C55DCF7}"/>
              </a:ext>
            </a:extLst>
          </p:cNvPr>
          <p:cNvPicPr>
            <a:picLocks noChangeAspect="1"/>
          </p:cNvPicPr>
          <p:nvPr/>
        </p:nvPicPr>
        <p:blipFill>
          <a:blip r:embed="rId11"/>
          <a:stretch>
            <a:fillRect/>
          </a:stretch>
        </p:blipFill>
        <p:spPr>
          <a:xfrm>
            <a:off x="7605897" y="22815142"/>
            <a:ext cx="8052979" cy="4267824"/>
          </a:xfrm>
          <a:prstGeom prst="rect">
            <a:avLst/>
          </a:prstGeom>
        </p:spPr>
      </p:pic>
      <p:pic>
        <p:nvPicPr>
          <p:cNvPr id="266" name="Picture 265">
            <a:extLst>
              <a:ext uri="{FF2B5EF4-FFF2-40B4-BE49-F238E27FC236}">
                <a16:creationId xmlns:a16="http://schemas.microsoft.com/office/drawing/2014/main" id="{FC65ECE7-C275-1350-1041-ADF44341B6D1}"/>
              </a:ext>
            </a:extLst>
          </p:cNvPr>
          <p:cNvPicPr>
            <a:picLocks noChangeAspect="1"/>
          </p:cNvPicPr>
          <p:nvPr/>
        </p:nvPicPr>
        <p:blipFill>
          <a:blip r:embed="rId12"/>
          <a:stretch>
            <a:fillRect/>
          </a:stretch>
        </p:blipFill>
        <p:spPr>
          <a:xfrm>
            <a:off x="7473596" y="27807999"/>
            <a:ext cx="8167018" cy="4328261"/>
          </a:xfrm>
          <a:prstGeom prst="rect">
            <a:avLst/>
          </a:prstGeom>
        </p:spPr>
      </p:pic>
      <p:pic>
        <p:nvPicPr>
          <p:cNvPr id="12" name="Picture 11">
            <a:extLst>
              <a:ext uri="{FF2B5EF4-FFF2-40B4-BE49-F238E27FC236}">
                <a16:creationId xmlns:a16="http://schemas.microsoft.com/office/drawing/2014/main" id="{7C09F544-BAD1-CBDC-DA72-D721932447A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793453" y="9432517"/>
            <a:ext cx="4381847" cy="4381847"/>
          </a:xfrm>
          <a:prstGeom prst="rect">
            <a:avLst/>
          </a:prstGeom>
        </p:spPr>
      </p:pic>
      <p:pic>
        <p:nvPicPr>
          <p:cNvPr id="11" name="Picture 10">
            <a:extLst>
              <a:ext uri="{FF2B5EF4-FFF2-40B4-BE49-F238E27FC236}">
                <a16:creationId xmlns:a16="http://schemas.microsoft.com/office/drawing/2014/main" id="{C4C75A84-3CE6-7080-3EAA-0FBF65CDD444}"/>
              </a:ext>
            </a:extLst>
          </p:cNvPr>
          <p:cNvPicPr>
            <a:picLocks noChangeAspect="1"/>
          </p:cNvPicPr>
          <p:nvPr/>
        </p:nvPicPr>
        <p:blipFill>
          <a:blip r:embed="rId14"/>
          <a:stretch>
            <a:fillRect/>
          </a:stretch>
        </p:blipFill>
        <p:spPr>
          <a:xfrm>
            <a:off x="16942892" y="3012584"/>
            <a:ext cx="16136128" cy="13065588"/>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297</TotalTime>
  <Words>723</Words>
  <Application>Microsoft Macintosh PowerPoint</Application>
  <PresentationFormat>Custom</PresentationFormat>
  <Paragraphs>39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 Math</vt:lpstr>
      <vt:lpstr>Source Sans Pro</vt:lpstr>
      <vt:lpstr>Source Sans Pro Black</vt:lpstr>
      <vt:lpstr>Office Theme</vt:lpstr>
      <vt:lpstr>Trends and Heterogeneity in Interracial Marriage in the United States, 1960-2023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Aaron Gullickson</cp:lastModifiedBy>
  <cp:revision>35</cp:revision>
  <dcterms:modified xsi:type="dcterms:W3CDTF">2026-04-26T15:20:46Z</dcterms:modified>
</cp:coreProperties>
</file>